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</p:sldIdLst>
  <p:sldSz cx="15998825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3" d="100"/>
          <a:sy n="73" d="100"/>
        </p:scale>
        <p:origin x="11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9854" y="1472842"/>
            <a:ext cx="11999119" cy="3133172"/>
          </a:xfrm>
        </p:spPr>
        <p:txBody>
          <a:bodyPr anchor="b"/>
          <a:lstStyle>
            <a:lvl1pPr algn="ctr">
              <a:defRPr sz="7873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9854" y="4726842"/>
            <a:ext cx="11999119" cy="2172804"/>
          </a:xfrm>
        </p:spPr>
        <p:txBody>
          <a:bodyPr/>
          <a:lstStyle>
            <a:lvl1pPr marL="0" indent="0" algn="ctr">
              <a:buNone/>
              <a:defRPr sz="3149"/>
            </a:lvl1pPr>
            <a:lvl2pPr marL="599879" indent="0" algn="ctr">
              <a:buNone/>
              <a:defRPr sz="2624"/>
            </a:lvl2pPr>
            <a:lvl3pPr marL="1199756" indent="0" algn="ctr">
              <a:buNone/>
              <a:defRPr sz="2362"/>
            </a:lvl3pPr>
            <a:lvl4pPr marL="1799635" indent="0" algn="ctr">
              <a:buNone/>
              <a:defRPr sz="2100"/>
            </a:lvl4pPr>
            <a:lvl5pPr marL="2399511" indent="0" algn="ctr">
              <a:buNone/>
              <a:defRPr sz="2100"/>
            </a:lvl5pPr>
            <a:lvl6pPr marL="2999389" indent="0" algn="ctr">
              <a:buNone/>
              <a:defRPr sz="2100"/>
            </a:lvl6pPr>
            <a:lvl7pPr marL="3599267" indent="0" algn="ctr">
              <a:buNone/>
              <a:defRPr sz="2100"/>
            </a:lvl7pPr>
            <a:lvl8pPr marL="4199145" indent="0" algn="ctr">
              <a:buNone/>
              <a:defRPr sz="2100"/>
            </a:lvl8pPr>
            <a:lvl9pPr marL="4799023" indent="0" algn="ctr">
              <a:buNone/>
              <a:defRPr sz="21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4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1882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587" y="2243638"/>
            <a:ext cx="13798987" cy="3743557"/>
          </a:xfrm>
        </p:spPr>
        <p:txBody>
          <a:bodyPr anchor="b"/>
          <a:lstStyle>
            <a:lvl1pPr>
              <a:defRPr sz="7873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1587" y="6022609"/>
            <a:ext cx="13798987" cy="1968648"/>
          </a:xfrm>
        </p:spPr>
        <p:txBody>
          <a:bodyPr/>
          <a:lstStyle>
            <a:lvl1pPr marL="0" indent="0">
              <a:buNone/>
              <a:defRPr sz="3149">
                <a:solidFill>
                  <a:schemeClr val="tx1">
                    <a:tint val="82000"/>
                  </a:schemeClr>
                </a:solidFill>
              </a:defRPr>
            </a:lvl1pPr>
            <a:lvl2pPr marL="599879" indent="0">
              <a:buNone/>
              <a:defRPr sz="2624">
                <a:solidFill>
                  <a:schemeClr val="tx1">
                    <a:tint val="82000"/>
                  </a:schemeClr>
                </a:solidFill>
              </a:defRPr>
            </a:lvl2pPr>
            <a:lvl3pPr marL="1199756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3pPr>
            <a:lvl4pPr marL="179963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39951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2999389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599267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19914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799023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406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9920" y="2395710"/>
            <a:ext cx="6799501" cy="571012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406" y="2395710"/>
            <a:ext cx="6799501" cy="571012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639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004" y="479145"/>
            <a:ext cx="13798987" cy="173949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005" y="2206137"/>
            <a:ext cx="6768252" cy="1081194"/>
          </a:xfrm>
        </p:spPr>
        <p:txBody>
          <a:bodyPr anchor="b"/>
          <a:lstStyle>
            <a:lvl1pPr marL="0" indent="0">
              <a:buNone/>
              <a:defRPr sz="3149" b="1"/>
            </a:lvl1pPr>
            <a:lvl2pPr marL="599879" indent="0">
              <a:buNone/>
              <a:defRPr sz="2624" b="1"/>
            </a:lvl2pPr>
            <a:lvl3pPr marL="1199756" indent="0">
              <a:buNone/>
              <a:defRPr sz="2362" b="1"/>
            </a:lvl3pPr>
            <a:lvl4pPr marL="1799635" indent="0">
              <a:buNone/>
              <a:defRPr sz="2100" b="1"/>
            </a:lvl4pPr>
            <a:lvl5pPr marL="2399511" indent="0">
              <a:buNone/>
              <a:defRPr sz="2100" b="1"/>
            </a:lvl5pPr>
            <a:lvl6pPr marL="2999389" indent="0">
              <a:buNone/>
              <a:defRPr sz="2100" b="1"/>
            </a:lvl6pPr>
            <a:lvl7pPr marL="3599267" indent="0">
              <a:buNone/>
              <a:defRPr sz="2100" b="1"/>
            </a:lvl7pPr>
            <a:lvl8pPr marL="4199145" indent="0">
              <a:buNone/>
              <a:defRPr sz="2100" b="1"/>
            </a:lvl8pPr>
            <a:lvl9pPr marL="4799023" indent="0">
              <a:buNone/>
              <a:defRPr sz="21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005" y="3287333"/>
            <a:ext cx="6768252" cy="483516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99405" y="2206137"/>
            <a:ext cx="6801584" cy="1081194"/>
          </a:xfrm>
        </p:spPr>
        <p:txBody>
          <a:bodyPr anchor="b"/>
          <a:lstStyle>
            <a:lvl1pPr marL="0" indent="0">
              <a:buNone/>
              <a:defRPr sz="3149" b="1"/>
            </a:lvl1pPr>
            <a:lvl2pPr marL="599879" indent="0">
              <a:buNone/>
              <a:defRPr sz="2624" b="1"/>
            </a:lvl2pPr>
            <a:lvl3pPr marL="1199756" indent="0">
              <a:buNone/>
              <a:defRPr sz="2362" b="1"/>
            </a:lvl3pPr>
            <a:lvl4pPr marL="1799635" indent="0">
              <a:buNone/>
              <a:defRPr sz="2100" b="1"/>
            </a:lvl4pPr>
            <a:lvl5pPr marL="2399511" indent="0">
              <a:buNone/>
              <a:defRPr sz="2100" b="1"/>
            </a:lvl5pPr>
            <a:lvl6pPr marL="2999389" indent="0">
              <a:buNone/>
              <a:defRPr sz="2100" b="1"/>
            </a:lvl6pPr>
            <a:lvl7pPr marL="3599267" indent="0">
              <a:buNone/>
              <a:defRPr sz="2100" b="1"/>
            </a:lvl7pPr>
            <a:lvl8pPr marL="4199145" indent="0">
              <a:buNone/>
              <a:defRPr sz="2100" b="1"/>
            </a:lvl8pPr>
            <a:lvl9pPr marL="4799023" indent="0">
              <a:buNone/>
              <a:defRPr sz="21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099405" y="3287333"/>
            <a:ext cx="6801584" cy="483516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4825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404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496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004" y="599969"/>
            <a:ext cx="5160037" cy="2099892"/>
          </a:xfrm>
        </p:spPr>
        <p:txBody>
          <a:bodyPr anchor="b"/>
          <a:lstStyle>
            <a:lvl1pPr>
              <a:defRPr sz="4198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1586" y="1295769"/>
            <a:ext cx="8099405" cy="6395505"/>
          </a:xfrm>
        </p:spPr>
        <p:txBody>
          <a:bodyPr/>
          <a:lstStyle>
            <a:lvl1pPr>
              <a:defRPr sz="4198"/>
            </a:lvl1pPr>
            <a:lvl2pPr>
              <a:defRPr sz="3674"/>
            </a:lvl2pPr>
            <a:lvl3pPr>
              <a:defRPr sz="3149"/>
            </a:lvl3pPr>
            <a:lvl4pPr>
              <a:defRPr sz="2624"/>
            </a:lvl4pPr>
            <a:lvl5pPr>
              <a:defRPr sz="2624"/>
            </a:lvl5pPr>
            <a:lvl6pPr>
              <a:defRPr sz="2624"/>
            </a:lvl6pPr>
            <a:lvl7pPr>
              <a:defRPr sz="2624"/>
            </a:lvl7pPr>
            <a:lvl8pPr>
              <a:defRPr sz="2624"/>
            </a:lvl8pPr>
            <a:lvl9pPr>
              <a:defRPr sz="2624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2004" y="2699864"/>
            <a:ext cx="51600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879" indent="0">
              <a:buNone/>
              <a:defRPr sz="1837"/>
            </a:lvl2pPr>
            <a:lvl3pPr marL="1199756" indent="0">
              <a:buNone/>
              <a:defRPr sz="1575"/>
            </a:lvl3pPr>
            <a:lvl4pPr marL="1799635" indent="0">
              <a:buNone/>
              <a:defRPr sz="1312"/>
            </a:lvl4pPr>
            <a:lvl5pPr marL="2399511" indent="0">
              <a:buNone/>
              <a:defRPr sz="1312"/>
            </a:lvl5pPr>
            <a:lvl6pPr marL="2999389" indent="0">
              <a:buNone/>
              <a:defRPr sz="1312"/>
            </a:lvl6pPr>
            <a:lvl7pPr marL="3599267" indent="0">
              <a:buNone/>
              <a:defRPr sz="1312"/>
            </a:lvl7pPr>
            <a:lvl8pPr marL="4199145" indent="0">
              <a:buNone/>
              <a:defRPr sz="1312"/>
            </a:lvl8pPr>
            <a:lvl9pPr marL="4799023" indent="0">
              <a:buNone/>
              <a:defRPr sz="1312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653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004" y="599969"/>
            <a:ext cx="5160037" cy="2099892"/>
          </a:xfrm>
        </p:spPr>
        <p:txBody>
          <a:bodyPr anchor="b"/>
          <a:lstStyle>
            <a:lvl1pPr>
              <a:defRPr sz="4198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1586" y="1295769"/>
            <a:ext cx="8099405" cy="6395505"/>
          </a:xfrm>
        </p:spPr>
        <p:txBody>
          <a:bodyPr anchor="t"/>
          <a:lstStyle>
            <a:lvl1pPr marL="0" indent="0">
              <a:buNone/>
              <a:defRPr sz="4198"/>
            </a:lvl1pPr>
            <a:lvl2pPr marL="599879" indent="0">
              <a:buNone/>
              <a:defRPr sz="3674"/>
            </a:lvl2pPr>
            <a:lvl3pPr marL="1199756" indent="0">
              <a:buNone/>
              <a:defRPr sz="3149"/>
            </a:lvl3pPr>
            <a:lvl4pPr marL="1799635" indent="0">
              <a:buNone/>
              <a:defRPr sz="2624"/>
            </a:lvl4pPr>
            <a:lvl5pPr marL="2399511" indent="0">
              <a:buNone/>
              <a:defRPr sz="2624"/>
            </a:lvl5pPr>
            <a:lvl6pPr marL="2999389" indent="0">
              <a:buNone/>
              <a:defRPr sz="2624"/>
            </a:lvl6pPr>
            <a:lvl7pPr marL="3599267" indent="0">
              <a:buNone/>
              <a:defRPr sz="2624"/>
            </a:lvl7pPr>
            <a:lvl8pPr marL="4199145" indent="0">
              <a:buNone/>
              <a:defRPr sz="2624"/>
            </a:lvl8pPr>
            <a:lvl9pPr marL="4799023" indent="0">
              <a:buNone/>
              <a:defRPr sz="2624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2004" y="2699864"/>
            <a:ext cx="51600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879" indent="0">
              <a:buNone/>
              <a:defRPr sz="1837"/>
            </a:lvl2pPr>
            <a:lvl3pPr marL="1199756" indent="0">
              <a:buNone/>
              <a:defRPr sz="1575"/>
            </a:lvl3pPr>
            <a:lvl4pPr marL="1799635" indent="0">
              <a:buNone/>
              <a:defRPr sz="1312"/>
            </a:lvl4pPr>
            <a:lvl5pPr marL="2399511" indent="0">
              <a:buNone/>
              <a:defRPr sz="1312"/>
            </a:lvl5pPr>
            <a:lvl6pPr marL="2999389" indent="0">
              <a:buNone/>
              <a:defRPr sz="1312"/>
            </a:lvl6pPr>
            <a:lvl7pPr marL="3599267" indent="0">
              <a:buNone/>
              <a:defRPr sz="1312"/>
            </a:lvl7pPr>
            <a:lvl8pPr marL="4199145" indent="0">
              <a:buNone/>
              <a:defRPr sz="1312"/>
            </a:lvl8pPr>
            <a:lvl9pPr marL="4799023" indent="0">
              <a:buNone/>
              <a:defRPr sz="1312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165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480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449159" y="479142"/>
            <a:ext cx="3449748" cy="7626692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9920" y="479142"/>
            <a:ext cx="10149255" cy="7626692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EA637-06E6-44A7-852D-79A6E9D11F8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7016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9920" y="479145"/>
            <a:ext cx="13798987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920" y="2395710"/>
            <a:ext cx="13798987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9920" y="8341239"/>
            <a:ext cx="359973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EA637-06E6-44A7-852D-79A6E9D11F8B}" type="datetimeFigureOut">
              <a:rPr lang="it-IT" smtClean="0"/>
              <a:t>06/03/2026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99612" y="8341239"/>
            <a:ext cx="5399603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9170" y="8341239"/>
            <a:ext cx="359973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30E8BF-BB3C-4CDA-9B90-E212814938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459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199756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39" indent="-299939" algn="l" defTabSz="1199756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817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49" kern="1200">
          <a:solidFill>
            <a:schemeClr val="tx1"/>
          </a:solidFill>
          <a:latin typeface="+mn-lt"/>
          <a:ea typeface="+mn-ea"/>
          <a:cs typeface="+mn-cs"/>
        </a:defRPr>
      </a:lvl2pPr>
      <a:lvl3pPr marL="1499695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4" kern="1200">
          <a:solidFill>
            <a:schemeClr val="tx1"/>
          </a:solidFill>
          <a:latin typeface="+mn-lt"/>
          <a:ea typeface="+mn-ea"/>
          <a:cs typeface="+mn-cs"/>
        </a:defRPr>
      </a:lvl3pPr>
      <a:lvl4pPr marL="2099573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450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329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206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085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8962" indent="-299939" algn="l" defTabSz="1199756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879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756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635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511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389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267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145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023" algn="l" defTabSz="1199756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8690B94B-7239-A3EE-3BF8-8EE5C96AF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035515"/>
              </p:ext>
            </p:extLst>
          </p:nvPr>
        </p:nvGraphicFramePr>
        <p:xfrm>
          <a:off x="3603314" y="1792404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2C258AC1-207F-F9D1-8F69-AFC6ABC88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415410"/>
              </p:ext>
            </p:extLst>
          </p:nvPr>
        </p:nvGraphicFramePr>
        <p:xfrm>
          <a:off x="3697735" y="187744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2CC03357-9B5C-2AAD-8ACE-50071ED21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662431"/>
              </p:ext>
            </p:extLst>
          </p:nvPr>
        </p:nvGraphicFramePr>
        <p:xfrm>
          <a:off x="3792157" y="196385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9D847FFA-9843-2B5C-8030-87228CC29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737346"/>
              </p:ext>
            </p:extLst>
          </p:nvPr>
        </p:nvGraphicFramePr>
        <p:xfrm>
          <a:off x="3603314" y="401079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8CA8641D-9855-6E10-398E-4DA48E343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902911"/>
              </p:ext>
            </p:extLst>
          </p:nvPr>
        </p:nvGraphicFramePr>
        <p:xfrm>
          <a:off x="3697735" y="4095827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9E56D300-26EB-C946-7B8C-4E083B750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801238"/>
              </p:ext>
            </p:extLst>
          </p:nvPr>
        </p:nvGraphicFramePr>
        <p:xfrm>
          <a:off x="3792157" y="418224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EA74134A-991D-DFE0-48CD-A6C1DCCB8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165495"/>
              </p:ext>
            </p:extLst>
          </p:nvPr>
        </p:nvGraphicFramePr>
        <p:xfrm>
          <a:off x="3603314" y="580343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4BD765C4-5D76-1099-8774-9A3AD0957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862411"/>
              </p:ext>
            </p:extLst>
          </p:nvPr>
        </p:nvGraphicFramePr>
        <p:xfrm>
          <a:off x="3697735" y="588847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2030CD17-7C13-BA51-07AA-18E4B41A9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710967"/>
              </p:ext>
            </p:extLst>
          </p:nvPr>
        </p:nvGraphicFramePr>
        <p:xfrm>
          <a:off x="3792157" y="597488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14" name="Connettore 13">
            <a:extLst>
              <a:ext uri="{FF2B5EF4-FFF2-40B4-BE49-F238E27FC236}">
                <a16:creationId xmlns:a16="http://schemas.microsoft.com/office/drawing/2014/main" id="{338A8478-99E2-CE34-8727-873B9832FCB9}"/>
              </a:ext>
            </a:extLst>
          </p:cNvPr>
          <p:cNvSpPr/>
          <p:nvPr/>
        </p:nvSpPr>
        <p:spPr>
          <a:xfrm>
            <a:off x="6079507" y="3397031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15" name="Segno di moltiplicazione 14">
            <a:extLst>
              <a:ext uri="{FF2B5EF4-FFF2-40B4-BE49-F238E27FC236}">
                <a16:creationId xmlns:a16="http://schemas.microsoft.com/office/drawing/2014/main" id="{BB8F2303-311A-543A-046C-DD5332C5502F}"/>
              </a:ext>
            </a:extLst>
          </p:cNvPr>
          <p:cNvSpPr/>
          <p:nvPr/>
        </p:nvSpPr>
        <p:spPr>
          <a:xfrm>
            <a:off x="6160511" y="3462797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17" name="Connettore a gomito 16">
            <a:extLst>
              <a:ext uri="{FF2B5EF4-FFF2-40B4-BE49-F238E27FC236}">
                <a16:creationId xmlns:a16="http://schemas.microsoft.com/office/drawing/2014/main" id="{EC449743-97A4-AB0B-BBC3-C06D7E4E3BD8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>
            <a:off x="5402299" y="2409625"/>
            <a:ext cx="848658" cy="9874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1F26C83D-9691-4FF3-D801-ACE8DB222BC4}"/>
              </a:ext>
            </a:extLst>
          </p:cNvPr>
          <p:cNvCxnSpPr>
            <a:cxnSpLocks/>
            <a:stCxn id="9" idx="3"/>
            <a:endCxn id="14" idx="4"/>
          </p:cNvCxnSpPr>
          <p:nvPr/>
        </p:nvCxnSpPr>
        <p:spPr>
          <a:xfrm flipV="1">
            <a:off x="5402299" y="3739931"/>
            <a:ext cx="848658" cy="8880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2E99ADE3-7418-A08F-4713-A746892CD655}"/>
              </a:ext>
            </a:extLst>
          </p:cNvPr>
          <p:cNvSpPr txBox="1"/>
          <p:nvPr/>
        </p:nvSpPr>
        <p:spPr>
          <a:xfrm>
            <a:off x="3399732" y="2962565"/>
            <a:ext cx="2724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W_Query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[EMB, QK, H]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C27B474-7D0D-0D5B-C385-833B73936592}"/>
              </a:ext>
            </a:extLst>
          </p:cNvPr>
          <p:cNvSpPr txBox="1"/>
          <p:nvPr/>
        </p:nvSpPr>
        <p:spPr>
          <a:xfrm>
            <a:off x="3352457" y="5175872"/>
            <a:ext cx="260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W_Key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QK, H]</a:t>
            </a:r>
            <a:endParaRPr lang="it-IT" b="1" dirty="0"/>
          </a:p>
        </p:txBody>
      </p:sp>
      <p:sp>
        <p:nvSpPr>
          <p:cNvPr id="27" name="Connettore 26">
            <a:extLst>
              <a:ext uri="{FF2B5EF4-FFF2-40B4-BE49-F238E27FC236}">
                <a16:creationId xmlns:a16="http://schemas.microsoft.com/office/drawing/2014/main" id="{9B237171-AA81-F33D-419E-510C48DE61F4}"/>
              </a:ext>
            </a:extLst>
          </p:cNvPr>
          <p:cNvSpPr/>
          <p:nvPr/>
        </p:nvSpPr>
        <p:spPr>
          <a:xfrm>
            <a:off x="8547215" y="3403136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28" name="Segno di moltiplicazione 27">
            <a:extLst>
              <a:ext uri="{FF2B5EF4-FFF2-40B4-BE49-F238E27FC236}">
                <a16:creationId xmlns:a16="http://schemas.microsoft.com/office/drawing/2014/main" id="{F5CA7E11-B3AA-B4C2-7A67-141344791027}"/>
              </a:ext>
            </a:extLst>
          </p:cNvPr>
          <p:cNvSpPr/>
          <p:nvPr/>
        </p:nvSpPr>
        <p:spPr>
          <a:xfrm>
            <a:off x="8625238" y="3468901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341920C9-341E-7993-2FB9-8C54B22A2820}"/>
              </a:ext>
            </a:extLst>
          </p:cNvPr>
          <p:cNvCxnSpPr>
            <a:cxnSpLocks/>
            <a:stCxn id="27" idx="6"/>
            <a:endCxn id="41" idx="1"/>
          </p:cNvCxnSpPr>
          <p:nvPr/>
        </p:nvCxnSpPr>
        <p:spPr>
          <a:xfrm flipV="1">
            <a:off x="8890115" y="3568481"/>
            <a:ext cx="3217022" cy="6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B3FE46E5-03DE-37BB-3F1A-920F14094C4D}"/>
              </a:ext>
            </a:extLst>
          </p:cNvPr>
          <p:cNvCxnSpPr>
            <a:cxnSpLocks/>
            <a:stCxn id="12" idx="3"/>
            <a:endCxn id="27" idx="4"/>
          </p:cNvCxnSpPr>
          <p:nvPr/>
        </p:nvCxnSpPr>
        <p:spPr>
          <a:xfrm flipV="1">
            <a:off x="5402299" y="3746036"/>
            <a:ext cx="3316366" cy="267461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la 40">
            <a:extLst>
              <a:ext uri="{FF2B5EF4-FFF2-40B4-BE49-F238E27FC236}">
                <a16:creationId xmlns:a16="http://schemas.microsoft.com/office/drawing/2014/main" id="{FB065024-A38A-8C9F-E687-AEA0944B8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644641"/>
              </p:ext>
            </p:extLst>
          </p:nvPr>
        </p:nvGraphicFramePr>
        <p:xfrm>
          <a:off x="12107137" y="893861"/>
          <a:ext cx="805071" cy="534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3098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7506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76197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5478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492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891842"/>
                  </a:ext>
                </a:extLst>
              </a:tr>
            </a:tbl>
          </a:graphicData>
        </a:graphic>
      </p:graphicFrame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38B87FC2-CE3E-A707-86EF-59AE70720808}"/>
              </a:ext>
            </a:extLst>
          </p:cNvPr>
          <p:cNvSpPr txBox="1"/>
          <p:nvPr/>
        </p:nvSpPr>
        <p:spPr>
          <a:xfrm>
            <a:off x="11281941" y="6333932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W_Proj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</a:t>
            </a:r>
            <a:r>
              <a:rPr lang="it-IT" b="1" dirty="0" err="1"/>
              <a:t>VxH</a:t>
            </a:r>
            <a:r>
              <a:rPr lang="it-IT" b="1" dirty="0"/>
              <a:t>, EMB]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929081D6-86B9-BFE9-1FC4-8D5639B0949B}"/>
              </a:ext>
            </a:extLst>
          </p:cNvPr>
          <p:cNvSpPr txBox="1"/>
          <p:nvPr/>
        </p:nvSpPr>
        <p:spPr>
          <a:xfrm>
            <a:off x="3444535" y="6949634"/>
            <a:ext cx="2806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W_Value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V, H]</a:t>
            </a:r>
            <a:endParaRPr lang="it-IT" b="1" dirty="0"/>
          </a:p>
        </p:txBody>
      </p:sp>
      <p:graphicFrame>
        <p:nvGraphicFramePr>
          <p:cNvPr id="74" name="Tabella 73">
            <a:extLst>
              <a:ext uri="{FF2B5EF4-FFF2-40B4-BE49-F238E27FC236}">
                <a16:creationId xmlns:a16="http://schemas.microsoft.com/office/drawing/2014/main" id="{410EE77C-B168-BA0A-CC31-D7E986C1D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039484"/>
              </p:ext>
            </p:extLst>
          </p:nvPr>
        </p:nvGraphicFramePr>
        <p:xfrm>
          <a:off x="2216641" y="172885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CAA9758F-D5E7-08B9-F7F6-624C36FFA44A}"/>
              </a:ext>
            </a:extLst>
          </p:cNvPr>
          <p:cNvCxnSpPr>
            <a:cxnSpLocks/>
            <a:stCxn id="74" idx="3"/>
            <a:endCxn id="5" idx="1"/>
          </p:cNvCxnSpPr>
          <p:nvPr/>
        </p:nvCxnSpPr>
        <p:spPr>
          <a:xfrm>
            <a:off x="3021712" y="2323210"/>
            <a:ext cx="676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Tabella 83">
            <a:extLst>
              <a:ext uri="{FF2B5EF4-FFF2-40B4-BE49-F238E27FC236}">
                <a16:creationId xmlns:a16="http://schemas.microsoft.com/office/drawing/2014/main" id="{8869BEB9-A8CD-38BF-7DA9-D8D5CA521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036801"/>
              </p:ext>
            </p:extLst>
          </p:nvPr>
        </p:nvGraphicFramePr>
        <p:xfrm>
          <a:off x="2208189" y="3947237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BB40D644-4D83-E10B-B4EA-EBFEB7B29A96}"/>
              </a:ext>
            </a:extLst>
          </p:cNvPr>
          <p:cNvCxnSpPr>
            <a:cxnSpLocks/>
            <a:stCxn id="84" idx="3"/>
            <a:endCxn id="8" idx="1"/>
          </p:cNvCxnSpPr>
          <p:nvPr/>
        </p:nvCxnSpPr>
        <p:spPr>
          <a:xfrm>
            <a:off x="3013260" y="4541597"/>
            <a:ext cx="6844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ella 89">
            <a:extLst>
              <a:ext uri="{FF2B5EF4-FFF2-40B4-BE49-F238E27FC236}">
                <a16:creationId xmlns:a16="http://schemas.microsoft.com/office/drawing/2014/main" id="{955886EA-81F0-BBBE-8817-883365877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916376"/>
              </p:ext>
            </p:extLst>
          </p:nvPr>
        </p:nvGraphicFramePr>
        <p:xfrm>
          <a:off x="2208188" y="573988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22D31DC6-381B-C172-CD17-DA664EC9A14E}"/>
              </a:ext>
            </a:extLst>
          </p:cNvPr>
          <p:cNvCxnSpPr>
            <a:cxnSpLocks/>
            <a:stCxn id="90" idx="3"/>
            <a:endCxn id="11" idx="1"/>
          </p:cNvCxnSpPr>
          <p:nvPr/>
        </p:nvCxnSpPr>
        <p:spPr>
          <a:xfrm>
            <a:off x="3013259" y="6334240"/>
            <a:ext cx="684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5" name="Tabella 94">
            <a:extLst>
              <a:ext uri="{FF2B5EF4-FFF2-40B4-BE49-F238E27FC236}">
                <a16:creationId xmlns:a16="http://schemas.microsoft.com/office/drawing/2014/main" id="{F685D08D-4DE6-CB9E-86E8-225FCD72B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626291"/>
              </p:ext>
            </p:extLst>
          </p:nvPr>
        </p:nvGraphicFramePr>
        <p:xfrm>
          <a:off x="13625174" y="2974121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1ADE5256-3F9A-6576-61B8-4330777690CF}"/>
              </a:ext>
            </a:extLst>
          </p:cNvPr>
          <p:cNvCxnSpPr>
            <a:cxnSpLocks/>
            <a:stCxn id="41" idx="3"/>
            <a:endCxn id="95" idx="1"/>
          </p:cNvCxnSpPr>
          <p:nvPr/>
        </p:nvCxnSpPr>
        <p:spPr>
          <a:xfrm>
            <a:off x="12912208" y="3568481"/>
            <a:ext cx="7129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B4122461-7150-E9BE-6024-E58239956AF3}"/>
              </a:ext>
            </a:extLst>
          </p:cNvPr>
          <p:cNvSpPr txBox="1"/>
          <p:nvPr/>
        </p:nvSpPr>
        <p:spPr>
          <a:xfrm>
            <a:off x="6380451" y="7419742"/>
            <a:ext cx="5019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/>
              <a:t>Multi-Head Self-</a:t>
            </a:r>
            <a:r>
              <a:rPr lang="it-IT" sz="3200" b="1" dirty="0" err="1"/>
              <a:t>Attention</a:t>
            </a:r>
            <a:endParaRPr lang="it-IT" sz="3200" b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8CAF44E-2F2A-1BBD-421D-815DC09C7AAB}"/>
              </a:ext>
            </a:extLst>
          </p:cNvPr>
          <p:cNvSpPr txBox="1"/>
          <p:nvPr/>
        </p:nvSpPr>
        <p:spPr>
          <a:xfrm>
            <a:off x="1987574" y="1318835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A6677A6-3294-0F0D-C6AD-D75F94E88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2A2FE4AF-F878-A7B6-7AB0-F6A34B37E61A}"/>
              </a:ext>
            </a:extLst>
          </p:cNvPr>
          <p:cNvSpPr txBox="1"/>
          <p:nvPr/>
        </p:nvSpPr>
        <p:spPr>
          <a:xfrm>
            <a:off x="1917744" y="3534424"/>
            <a:ext cx="1481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13E9CCA-7ADB-28ED-5AED-06C48A36CB9E}"/>
              </a:ext>
            </a:extLst>
          </p:cNvPr>
          <p:cNvSpPr txBox="1"/>
          <p:nvPr/>
        </p:nvSpPr>
        <p:spPr>
          <a:xfrm>
            <a:off x="1891846" y="5349515"/>
            <a:ext cx="155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03DABD9E-E7CA-8E4E-3789-3D888A70B4F3}"/>
              </a:ext>
            </a:extLst>
          </p:cNvPr>
          <p:cNvSpPr txBox="1"/>
          <p:nvPr/>
        </p:nvSpPr>
        <p:spPr>
          <a:xfrm>
            <a:off x="5755428" y="1908616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H]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C9B6FF99-C48D-E8AC-805A-789303F67F00}"/>
              </a:ext>
            </a:extLst>
          </p:cNvPr>
          <p:cNvSpPr txBox="1"/>
          <p:nvPr/>
        </p:nvSpPr>
        <p:spPr>
          <a:xfrm>
            <a:off x="5803510" y="4745123"/>
            <a:ext cx="127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H]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33993FDD-5D26-605D-CAC7-CA5BB621F80D}"/>
              </a:ext>
            </a:extLst>
          </p:cNvPr>
          <p:cNvSpPr txBox="1"/>
          <p:nvPr/>
        </p:nvSpPr>
        <p:spPr>
          <a:xfrm>
            <a:off x="7938155" y="2817730"/>
            <a:ext cx="988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[N,N]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6BEC7CB8-117F-3BD3-D1E3-789E39D2F567}"/>
              </a:ext>
            </a:extLst>
          </p:cNvPr>
          <p:cNvSpPr txBox="1"/>
          <p:nvPr/>
        </p:nvSpPr>
        <p:spPr>
          <a:xfrm>
            <a:off x="6320324" y="5920557"/>
            <a:ext cx="115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H]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A6B81A06-868B-00FA-1CEB-BA25695B6FEF}"/>
              </a:ext>
            </a:extLst>
          </p:cNvPr>
          <p:cNvSpPr txBox="1"/>
          <p:nvPr/>
        </p:nvSpPr>
        <p:spPr>
          <a:xfrm>
            <a:off x="8962613" y="3129693"/>
            <a:ext cx="114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H]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9167472A-C64F-1716-170B-97BBA21D1689}"/>
              </a:ext>
            </a:extLst>
          </p:cNvPr>
          <p:cNvSpPr txBox="1"/>
          <p:nvPr/>
        </p:nvSpPr>
        <p:spPr>
          <a:xfrm>
            <a:off x="10994306" y="3121967"/>
            <a:ext cx="1112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</a:t>
            </a:r>
            <a:r>
              <a:rPr lang="it-IT" b="1" dirty="0" err="1"/>
              <a:t>VxH</a:t>
            </a:r>
            <a:r>
              <a:rPr lang="it-IT" b="1" dirty="0"/>
              <a:t>]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774D2188-14D8-0389-1255-C60CF9365850}"/>
              </a:ext>
            </a:extLst>
          </p:cNvPr>
          <p:cNvSpPr txBox="1"/>
          <p:nvPr/>
        </p:nvSpPr>
        <p:spPr>
          <a:xfrm>
            <a:off x="13365232" y="2581395"/>
            <a:ext cx="148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7469110C-A948-1EE8-1E44-204C39CE854E}"/>
              </a:ext>
            </a:extLst>
          </p:cNvPr>
          <p:cNvCxnSpPr>
            <a:stCxn id="14" idx="6"/>
            <a:endCxn id="27" idx="2"/>
          </p:cNvCxnSpPr>
          <p:nvPr/>
        </p:nvCxnSpPr>
        <p:spPr>
          <a:xfrm>
            <a:off x="6422407" y="3568481"/>
            <a:ext cx="2124808" cy="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ttangolo 80">
            <a:extLst>
              <a:ext uri="{FF2B5EF4-FFF2-40B4-BE49-F238E27FC236}">
                <a16:creationId xmlns:a16="http://schemas.microsoft.com/office/drawing/2014/main" id="{C84BA4A6-EF8E-02E7-8B43-D96DD60DAF9B}"/>
              </a:ext>
            </a:extLst>
          </p:cNvPr>
          <p:cNvSpPr/>
          <p:nvPr/>
        </p:nvSpPr>
        <p:spPr>
          <a:xfrm>
            <a:off x="6947079" y="3306633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Softmax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8D97AE44-E64C-EF44-F8C8-CAE813FF2F32}"/>
              </a:ext>
            </a:extLst>
          </p:cNvPr>
          <p:cNvSpPr/>
          <p:nvPr/>
        </p:nvSpPr>
        <p:spPr>
          <a:xfrm>
            <a:off x="10002946" y="3314359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Concat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213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6FE50-8772-CED3-9574-A3B34719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9D3AF156-6BA6-A5D9-2F82-94BCDB0EA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950973"/>
              </p:ext>
            </p:extLst>
          </p:nvPr>
        </p:nvGraphicFramePr>
        <p:xfrm>
          <a:off x="3603314" y="1792404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17760D5-C67B-0C58-EA8F-E714ED2F5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712226"/>
              </p:ext>
            </p:extLst>
          </p:nvPr>
        </p:nvGraphicFramePr>
        <p:xfrm>
          <a:off x="3697735" y="187744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0E2ECA4-85F7-18BC-0EA8-15787B77D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666646"/>
              </p:ext>
            </p:extLst>
          </p:nvPr>
        </p:nvGraphicFramePr>
        <p:xfrm>
          <a:off x="3792157" y="196385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5B7096AB-59F0-3C31-7B2A-21AF8B4C5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112489"/>
              </p:ext>
            </p:extLst>
          </p:nvPr>
        </p:nvGraphicFramePr>
        <p:xfrm>
          <a:off x="3603314" y="401079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A780A2A5-B9C0-B345-BB8C-A2CF5C73D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507325"/>
              </p:ext>
            </p:extLst>
          </p:nvPr>
        </p:nvGraphicFramePr>
        <p:xfrm>
          <a:off x="3697735" y="4095827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A2D0FE36-1688-B6A9-96E2-B5443E58F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464707"/>
              </p:ext>
            </p:extLst>
          </p:nvPr>
        </p:nvGraphicFramePr>
        <p:xfrm>
          <a:off x="3792157" y="418224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333656C7-59E5-A501-E87D-45A7F31DACDC}"/>
              </a:ext>
            </a:extLst>
          </p:cNvPr>
          <p:cNvGraphicFramePr>
            <a:graphicFrameLocks noGrp="1"/>
          </p:cNvGraphicFramePr>
          <p:nvPr/>
        </p:nvGraphicFramePr>
        <p:xfrm>
          <a:off x="3603314" y="580343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5CDFC70D-6920-AC40-FDAF-DF0A1FCEAC1D}"/>
              </a:ext>
            </a:extLst>
          </p:cNvPr>
          <p:cNvGraphicFramePr>
            <a:graphicFrameLocks noGrp="1"/>
          </p:cNvGraphicFramePr>
          <p:nvPr/>
        </p:nvGraphicFramePr>
        <p:xfrm>
          <a:off x="3697735" y="588847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F0D777F0-CDAE-EF1C-08A8-C73DF156AC48}"/>
              </a:ext>
            </a:extLst>
          </p:cNvPr>
          <p:cNvGraphicFramePr>
            <a:graphicFrameLocks noGrp="1"/>
          </p:cNvGraphicFramePr>
          <p:nvPr/>
        </p:nvGraphicFramePr>
        <p:xfrm>
          <a:off x="3792157" y="597488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14" name="Connettore 13">
            <a:extLst>
              <a:ext uri="{FF2B5EF4-FFF2-40B4-BE49-F238E27FC236}">
                <a16:creationId xmlns:a16="http://schemas.microsoft.com/office/drawing/2014/main" id="{77F07C00-F4C9-6F6F-EBBF-DD7C165F59D6}"/>
              </a:ext>
            </a:extLst>
          </p:cNvPr>
          <p:cNvSpPr/>
          <p:nvPr/>
        </p:nvSpPr>
        <p:spPr>
          <a:xfrm>
            <a:off x="6079507" y="3397031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15" name="Segno di moltiplicazione 14">
            <a:extLst>
              <a:ext uri="{FF2B5EF4-FFF2-40B4-BE49-F238E27FC236}">
                <a16:creationId xmlns:a16="http://schemas.microsoft.com/office/drawing/2014/main" id="{A6F744DA-3BD3-A10F-CF1D-EB4345F1556A}"/>
              </a:ext>
            </a:extLst>
          </p:cNvPr>
          <p:cNvSpPr/>
          <p:nvPr/>
        </p:nvSpPr>
        <p:spPr>
          <a:xfrm>
            <a:off x="6160511" y="3462797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17" name="Connettore a gomito 16">
            <a:extLst>
              <a:ext uri="{FF2B5EF4-FFF2-40B4-BE49-F238E27FC236}">
                <a16:creationId xmlns:a16="http://schemas.microsoft.com/office/drawing/2014/main" id="{AE417058-AB64-1633-C580-452F6B0C4A14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>
            <a:off x="5402299" y="2409625"/>
            <a:ext cx="848658" cy="9874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0CD32055-652D-E09E-5BEA-B5985ADCC32A}"/>
              </a:ext>
            </a:extLst>
          </p:cNvPr>
          <p:cNvCxnSpPr>
            <a:cxnSpLocks/>
            <a:stCxn id="9" idx="3"/>
            <a:endCxn id="14" idx="4"/>
          </p:cNvCxnSpPr>
          <p:nvPr/>
        </p:nvCxnSpPr>
        <p:spPr>
          <a:xfrm flipV="1">
            <a:off x="5402299" y="3739931"/>
            <a:ext cx="848658" cy="8880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9D2C533-8D20-00F4-3B7A-7F999DA02E4E}"/>
              </a:ext>
            </a:extLst>
          </p:cNvPr>
          <p:cNvSpPr txBox="1"/>
          <p:nvPr/>
        </p:nvSpPr>
        <p:spPr>
          <a:xfrm>
            <a:off x="3399732" y="2962565"/>
            <a:ext cx="2742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W_Query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[EMB, QK</a:t>
            </a:r>
            <a:r>
              <a:rPr lang="it-IT" b="1" dirty="0">
                <a:latin typeface="Aptos" panose="020B0004020202020204" pitchFamily="34" charset="0"/>
              </a:rPr>
              <a:t>', H</a:t>
            </a:r>
            <a:r>
              <a:rPr lang="it-IT" b="1" dirty="0"/>
              <a:t>]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CF39586-7458-193C-0BF4-43397CFBB5CF}"/>
              </a:ext>
            </a:extLst>
          </p:cNvPr>
          <p:cNvSpPr txBox="1"/>
          <p:nvPr/>
        </p:nvSpPr>
        <p:spPr>
          <a:xfrm>
            <a:off x="3352457" y="5175872"/>
            <a:ext cx="2789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W_Key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QK</a:t>
            </a:r>
            <a:r>
              <a:rPr lang="it-IT" b="1" dirty="0">
                <a:latin typeface="Aptos" panose="020B0004020202020204" pitchFamily="34" charset="0"/>
              </a:rPr>
              <a:t>', H</a:t>
            </a:r>
            <a:r>
              <a:rPr lang="it-IT" altLang="it-IT" b="1" dirty="0">
                <a:latin typeface="Arial" panose="020B0604020202020204" pitchFamily="34" charset="0"/>
              </a:rPr>
              <a:t>]</a:t>
            </a:r>
            <a:endParaRPr lang="it-IT" b="1" dirty="0"/>
          </a:p>
        </p:txBody>
      </p:sp>
      <p:sp>
        <p:nvSpPr>
          <p:cNvPr id="27" name="Connettore 26">
            <a:extLst>
              <a:ext uri="{FF2B5EF4-FFF2-40B4-BE49-F238E27FC236}">
                <a16:creationId xmlns:a16="http://schemas.microsoft.com/office/drawing/2014/main" id="{47EFB4D9-12B1-B576-E881-C3D4FBB0B292}"/>
              </a:ext>
            </a:extLst>
          </p:cNvPr>
          <p:cNvSpPr/>
          <p:nvPr/>
        </p:nvSpPr>
        <p:spPr>
          <a:xfrm>
            <a:off x="8547215" y="3403136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28" name="Segno di moltiplicazione 27">
            <a:extLst>
              <a:ext uri="{FF2B5EF4-FFF2-40B4-BE49-F238E27FC236}">
                <a16:creationId xmlns:a16="http://schemas.microsoft.com/office/drawing/2014/main" id="{1C657C6A-6F05-817B-2A23-6AFFEB69C7CA}"/>
              </a:ext>
            </a:extLst>
          </p:cNvPr>
          <p:cNvSpPr/>
          <p:nvPr/>
        </p:nvSpPr>
        <p:spPr>
          <a:xfrm>
            <a:off x="8625238" y="3468901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16100C94-0809-B36F-7620-AAB4F95E9EBB}"/>
              </a:ext>
            </a:extLst>
          </p:cNvPr>
          <p:cNvCxnSpPr>
            <a:cxnSpLocks/>
            <a:stCxn id="27" idx="6"/>
            <a:endCxn id="41" idx="1"/>
          </p:cNvCxnSpPr>
          <p:nvPr/>
        </p:nvCxnSpPr>
        <p:spPr>
          <a:xfrm flipV="1">
            <a:off x="8890115" y="3568481"/>
            <a:ext cx="3217022" cy="6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444B8392-22B4-1278-55A9-517468355B20}"/>
              </a:ext>
            </a:extLst>
          </p:cNvPr>
          <p:cNvCxnSpPr>
            <a:cxnSpLocks/>
            <a:stCxn id="12" idx="3"/>
            <a:endCxn id="27" idx="4"/>
          </p:cNvCxnSpPr>
          <p:nvPr/>
        </p:nvCxnSpPr>
        <p:spPr>
          <a:xfrm flipV="1">
            <a:off x="5402299" y="3746036"/>
            <a:ext cx="3316366" cy="267461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la 40">
            <a:extLst>
              <a:ext uri="{FF2B5EF4-FFF2-40B4-BE49-F238E27FC236}">
                <a16:creationId xmlns:a16="http://schemas.microsoft.com/office/drawing/2014/main" id="{9D7B99DD-1138-8019-3818-3DF549AE2962}"/>
              </a:ext>
            </a:extLst>
          </p:cNvPr>
          <p:cNvGraphicFramePr>
            <a:graphicFrameLocks noGrp="1"/>
          </p:cNvGraphicFramePr>
          <p:nvPr/>
        </p:nvGraphicFramePr>
        <p:xfrm>
          <a:off x="12107137" y="893861"/>
          <a:ext cx="805071" cy="534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3098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7506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76197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5478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492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891842"/>
                  </a:ext>
                </a:extLst>
              </a:tr>
            </a:tbl>
          </a:graphicData>
        </a:graphic>
      </p:graphicFrame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518067E-FA85-4936-EC36-A253540A778E}"/>
              </a:ext>
            </a:extLst>
          </p:cNvPr>
          <p:cNvSpPr txBox="1"/>
          <p:nvPr/>
        </p:nvSpPr>
        <p:spPr>
          <a:xfrm>
            <a:off x="11281941" y="6333932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W_Proj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</a:t>
            </a:r>
            <a:r>
              <a:rPr lang="it-IT" b="1" dirty="0" err="1"/>
              <a:t>VxH</a:t>
            </a:r>
            <a:r>
              <a:rPr lang="it-IT" b="1" dirty="0"/>
              <a:t>, EMB]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AAFE9219-D10F-16DC-87E3-45DCFAE50258}"/>
              </a:ext>
            </a:extLst>
          </p:cNvPr>
          <p:cNvSpPr txBox="1"/>
          <p:nvPr/>
        </p:nvSpPr>
        <p:spPr>
          <a:xfrm>
            <a:off x="3444535" y="6949634"/>
            <a:ext cx="271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W_Value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V, H]</a:t>
            </a:r>
            <a:endParaRPr lang="it-IT" b="1" dirty="0"/>
          </a:p>
        </p:txBody>
      </p:sp>
      <p:graphicFrame>
        <p:nvGraphicFramePr>
          <p:cNvPr id="74" name="Tabella 73">
            <a:extLst>
              <a:ext uri="{FF2B5EF4-FFF2-40B4-BE49-F238E27FC236}">
                <a16:creationId xmlns:a16="http://schemas.microsoft.com/office/drawing/2014/main" id="{DF23BBEB-EDF5-0236-9ED3-CEF55EA796BE}"/>
              </a:ext>
            </a:extLst>
          </p:cNvPr>
          <p:cNvGraphicFramePr>
            <a:graphicFrameLocks noGrp="1"/>
          </p:cNvGraphicFramePr>
          <p:nvPr/>
        </p:nvGraphicFramePr>
        <p:xfrm>
          <a:off x="2216641" y="172885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B1E11929-3A03-3EA2-7295-80779B193B4E}"/>
              </a:ext>
            </a:extLst>
          </p:cNvPr>
          <p:cNvCxnSpPr>
            <a:cxnSpLocks/>
            <a:stCxn id="74" idx="3"/>
            <a:endCxn id="5" idx="1"/>
          </p:cNvCxnSpPr>
          <p:nvPr/>
        </p:nvCxnSpPr>
        <p:spPr>
          <a:xfrm>
            <a:off x="3021712" y="2323210"/>
            <a:ext cx="676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Tabella 83">
            <a:extLst>
              <a:ext uri="{FF2B5EF4-FFF2-40B4-BE49-F238E27FC236}">
                <a16:creationId xmlns:a16="http://schemas.microsoft.com/office/drawing/2014/main" id="{3A59EACB-B73E-C3A9-63BC-79A8CFDA7CAD}"/>
              </a:ext>
            </a:extLst>
          </p:cNvPr>
          <p:cNvGraphicFramePr>
            <a:graphicFrameLocks noGrp="1"/>
          </p:cNvGraphicFramePr>
          <p:nvPr/>
        </p:nvGraphicFramePr>
        <p:xfrm>
          <a:off x="2208189" y="3947237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01BA6FDF-053B-703A-4181-CBF001A0A954}"/>
              </a:ext>
            </a:extLst>
          </p:cNvPr>
          <p:cNvCxnSpPr>
            <a:cxnSpLocks/>
            <a:stCxn id="84" idx="3"/>
            <a:endCxn id="8" idx="1"/>
          </p:cNvCxnSpPr>
          <p:nvPr/>
        </p:nvCxnSpPr>
        <p:spPr>
          <a:xfrm>
            <a:off x="3013260" y="4541597"/>
            <a:ext cx="6844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ella 89">
            <a:extLst>
              <a:ext uri="{FF2B5EF4-FFF2-40B4-BE49-F238E27FC236}">
                <a16:creationId xmlns:a16="http://schemas.microsoft.com/office/drawing/2014/main" id="{624E6913-857B-E71C-9D16-8159D9339DA4}"/>
              </a:ext>
            </a:extLst>
          </p:cNvPr>
          <p:cNvGraphicFramePr>
            <a:graphicFrameLocks noGrp="1"/>
          </p:cNvGraphicFramePr>
          <p:nvPr/>
        </p:nvGraphicFramePr>
        <p:xfrm>
          <a:off x="2208188" y="573988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DA910A64-3C12-E4BE-C8F8-906190E448CE}"/>
              </a:ext>
            </a:extLst>
          </p:cNvPr>
          <p:cNvCxnSpPr>
            <a:cxnSpLocks/>
            <a:stCxn id="90" idx="3"/>
            <a:endCxn id="11" idx="1"/>
          </p:cNvCxnSpPr>
          <p:nvPr/>
        </p:nvCxnSpPr>
        <p:spPr>
          <a:xfrm>
            <a:off x="3013259" y="6334240"/>
            <a:ext cx="684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5" name="Tabella 94">
            <a:extLst>
              <a:ext uri="{FF2B5EF4-FFF2-40B4-BE49-F238E27FC236}">
                <a16:creationId xmlns:a16="http://schemas.microsoft.com/office/drawing/2014/main" id="{5ADCAA56-2755-D04A-198E-662ACE0CC99C}"/>
              </a:ext>
            </a:extLst>
          </p:cNvPr>
          <p:cNvGraphicFramePr>
            <a:graphicFrameLocks noGrp="1"/>
          </p:cNvGraphicFramePr>
          <p:nvPr/>
        </p:nvGraphicFramePr>
        <p:xfrm>
          <a:off x="13625174" y="2974121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A2793233-5E23-B38F-A0B5-9BE75874D09C}"/>
              </a:ext>
            </a:extLst>
          </p:cNvPr>
          <p:cNvCxnSpPr>
            <a:cxnSpLocks/>
            <a:stCxn id="41" idx="3"/>
            <a:endCxn id="95" idx="1"/>
          </p:cNvCxnSpPr>
          <p:nvPr/>
        </p:nvCxnSpPr>
        <p:spPr>
          <a:xfrm>
            <a:off x="12912208" y="3568481"/>
            <a:ext cx="7129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EB8C0484-6415-C6E1-31B7-01603C276E59}"/>
              </a:ext>
            </a:extLst>
          </p:cNvPr>
          <p:cNvSpPr txBox="1"/>
          <p:nvPr/>
        </p:nvSpPr>
        <p:spPr>
          <a:xfrm>
            <a:off x="6380451" y="7419742"/>
            <a:ext cx="5019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/>
              <a:t>Query-Key </a:t>
            </a:r>
            <a:r>
              <a:rPr lang="it-IT" sz="3200" b="1" dirty="0" err="1"/>
              <a:t>Pruning</a:t>
            </a:r>
            <a:endParaRPr lang="it-IT" sz="3200" b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F4E2EAB-B9B0-E324-568D-702B444AB51F}"/>
              </a:ext>
            </a:extLst>
          </p:cNvPr>
          <p:cNvSpPr txBox="1"/>
          <p:nvPr/>
        </p:nvSpPr>
        <p:spPr>
          <a:xfrm>
            <a:off x="1987574" y="1318835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90537F2-9442-D44E-3145-B9FDA7A06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3035C343-DE45-4F33-8BD4-53594CB198AD}"/>
              </a:ext>
            </a:extLst>
          </p:cNvPr>
          <p:cNvSpPr txBox="1"/>
          <p:nvPr/>
        </p:nvSpPr>
        <p:spPr>
          <a:xfrm>
            <a:off x="1917744" y="3534424"/>
            <a:ext cx="1481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CC88835-F542-645A-2086-26423894767A}"/>
              </a:ext>
            </a:extLst>
          </p:cNvPr>
          <p:cNvSpPr txBox="1"/>
          <p:nvPr/>
        </p:nvSpPr>
        <p:spPr>
          <a:xfrm>
            <a:off x="1891846" y="5349515"/>
            <a:ext cx="155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851F205-18F6-8CE7-F01B-69DA76E8E3BE}"/>
              </a:ext>
            </a:extLst>
          </p:cNvPr>
          <p:cNvSpPr txBox="1"/>
          <p:nvPr/>
        </p:nvSpPr>
        <p:spPr>
          <a:xfrm>
            <a:off x="5755428" y="1908616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H]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EF18E1AF-DBAC-EA65-BCED-29D43246D436}"/>
              </a:ext>
            </a:extLst>
          </p:cNvPr>
          <p:cNvSpPr txBox="1"/>
          <p:nvPr/>
        </p:nvSpPr>
        <p:spPr>
          <a:xfrm>
            <a:off x="5803510" y="4745123"/>
            <a:ext cx="127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H]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54A3D4D6-3F68-C7B7-EA0B-E915A1DE2129}"/>
              </a:ext>
            </a:extLst>
          </p:cNvPr>
          <p:cNvSpPr txBox="1"/>
          <p:nvPr/>
        </p:nvSpPr>
        <p:spPr>
          <a:xfrm>
            <a:off x="7938155" y="2817730"/>
            <a:ext cx="988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[N,N]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F2DD8C03-83F1-3B6C-E155-AE34211049E5}"/>
              </a:ext>
            </a:extLst>
          </p:cNvPr>
          <p:cNvSpPr txBox="1"/>
          <p:nvPr/>
        </p:nvSpPr>
        <p:spPr>
          <a:xfrm>
            <a:off x="6320324" y="5920557"/>
            <a:ext cx="115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H]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A5387FCA-54F2-01B4-F8A6-4D7936CCB911}"/>
              </a:ext>
            </a:extLst>
          </p:cNvPr>
          <p:cNvSpPr txBox="1"/>
          <p:nvPr/>
        </p:nvSpPr>
        <p:spPr>
          <a:xfrm>
            <a:off x="8962613" y="3129693"/>
            <a:ext cx="114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H]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039A8E97-F1C2-F694-164C-11D644ED3CFA}"/>
              </a:ext>
            </a:extLst>
          </p:cNvPr>
          <p:cNvSpPr txBox="1"/>
          <p:nvPr/>
        </p:nvSpPr>
        <p:spPr>
          <a:xfrm>
            <a:off x="10994306" y="3121967"/>
            <a:ext cx="1112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</a:t>
            </a:r>
            <a:r>
              <a:rPr lang="it-IT" b="1" dirty="0" err="1"/>
              <a:t>VxH</a:t>
            </a:r>
            <a:r>
              <a:rPr lang="it-IT" b="1" dirty="0"/>
              <a:t>]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44F55D07-2D4D-D81D-120C-9A3D2EF10748}"/>
              </a:ext>
            </a:extLst>
          </p:cNvPr>
          <p:cNvSpPr txBox="1"/>
          <p:nvPr/>
        </p:nvSpPr>
        <p:spPr>
          <a:xfrm>
            <a:off x="13365232" y="2581395"/>
            <a:ext cx="148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9C44C948-A40C-DAC5-16D4-17D25534AF94}"/>
              </a:ext>
            </a:extLst>
          </p:cNvPr>
          <p:cNvCxnSpPr>
            <a:stCxn id="14" idx="6"/>
            <a:endCxn id="27" idx="2"/>
          </p:cNvCxnSpPr>
          <p:nvPr/>
        </p:nvCxnSpPr>
        <p:spPr>
          <a:xfrm>
            <a:off x="6422407" y="3568481"/>
            <a:ext cx="2124808" cy="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ttangolo 80">
            <a:extLst>
              <a:ext uri="{FF2B5EF4-FFF2-40B4-BE49-F238E27FC236}">
                <a16:creationId xmlns:a16="http://schemas.microsoft.com/office/drawing/2014/main" id="{368B7D47-2597-4601-2073-BFCA318648C4}"/>
              </a:ext>
            </a:extLst>
          </p:cNvPr>
          <p:cNvSpPr/>
          <p:nvPr/>
        </p:nvSpPr>
        <p:spPr>
          <a:xfrm>
            <a:off x="6947079" y="3306633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Softmax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D7AE4208-68FF-C480-31A0-5A3DBEE34B82}"/>
              </a:ext>
            </a:extLst>
          </p:cNvPr>
          <p:cNvSpPr/>
          <p:nvPr/>
        </p:nvSpPr>
        <p:spPr>
          <a:xfrm>
            <a:off x="10002946" y="3314359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Concat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308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525E-020A-60F3-CCFD-1FE431204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FFF0626-D379-EFD4-FD6E-B872684D0DCD}"/>
              </a:ext>
            </a:extLst>
          </p:cNvPr>
          <p:cNvGraphicFramePr>
            <a:graphicFrameLocks noGrp="1"/>
          </p:cNvGraphicFramePr>
          <p:nvPr/>
        </p:nvGraphicFramePr>
        <p:xfrm>
          <a:off x="3603314" y="1792404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4DEC7617-19A9-2669-2F29-BD54103239E7}"/>
              </a:ext>
            </a:extLst>
          </p:cNvPr>
          <p:cNvGraphicFramePr>
            <a:graphicFrameLocks noGrp="1"/>
          </p:cNvGraphicFramePr>
          <p:nvPr/>
        </p:nvGraphicFramePr>
        <p:xfrm>
          <a:off x="3697735" y="187744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5283025B-E470-5FFC-C88B-B6B4CC180021}"/>
              </a:ext>
            </a:extLst>
          </p:cNvPr>
          <p:cNvGraphicFramePr>
            <a:graphicFrameLocks noGrp="1"/>
          </p:cNvGraphicFramePr>
          <p:nvPr/>
        </p:nvGraphicFramePr>
        <p:xfrm>
          <a:off x="3792157" y="196385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E5DB43EC-53BA-E382-5B68-26483A6277D6}"/>
              </a:ext>
            </a:extLst>
          </p:cNvPr>
          <p:cNvGraphicFramePr>
            <a:graphicFrameLocks noGrp="1"/>
          </p:cNvGraphicFramePr>
          <p:nvPr/>
        </p:nvGraphicFramePr>
        <p:xfrm>
          <a:off x="3603314" y="401079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508396D9-EC46-7CE2-3A74-28151B28B5F3}"/>
              </a:ext>
            </a:extLst>
          </p:cNvPr>
          <p:cNvGraphicFramePr>
            <a:graphicFrameLocks noGrp="1"/>
          </p:cNvGraphicFramePr>
          <p:nvPr/>
        </p:nvGraphicFramePr>
        <p:xfrm>
          <a:off x="3697735" y="4095827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B73461C8-EF61-96C9-BDF3-7D937CD7E451}"/>
              </a:ext>
            </a:extLst>
          </p:cNvPr>
          <p:cNvGraphicFramePr>
            <a:graphicFrameLocks noGrp="1"/>
          </p:cNvGraphicFramePr>
          <p:nvPr/>
        </p:nvGraphicFramePr>
        <p:xfrm>
          <a:off x="3792157" y="418224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CB22F644-888B-6966-CC7F-B0F9D6F1B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82099"/>
              </p:ext>
            </p:extLst>
          </p:nvPr>
        </p:nvGraphicFramePr>
        <p:xfrm>
          <a:off x="3603314" y="580343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728F68D9-5910-775A-692F-555AC9FFA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316869"/>
              </p:ext>
            </p:extLst>
          </p:nvPr>
        </p:nvGraphicFramePr>
        <p:xfrm>
          <a:off x="3697735" y="588847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6018C78F-AAC4-7ED7-1A2D-875C840DF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033325"/>
              </p:ext>
            </p:extLst>
          </p:nvPr>
        </p:nvGraphicFramePr>
        <p:xfrm>
          <a:off x="3792157" y="597488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14" name="Connettore 13">
            <a:extLst>
              <a:ext uri="{FF2B5EF4-FFF2-40B4-BE49-F238E27FC236}">
                <a16:creationId xmlns:a16="http://schemas.microsoft.com/office/drawing/2014/main" id="{FA79FE40-274C-9E96-FEE9-1EB7C17C57B9}"/>
              </a:ext>
            </a:extLst>
          </p:cNvPr>
          <p:cNvSpPr/>
          <p:nvPr/>
        </p:nvSpPr>
        <p:spPr>
          <a:xfrm>
            <a:off x="6079507" y="3397031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15" name="Segno di moltiplicazione 14">
            <a:extLst>
              <a:ext uri="{FF2B5EF4-FFF2-40B4-BE49-F238E27FC236}">
                <a16:creationId xmlns:a16="http://schemas.microsoft.com/office/drawing/2014/main" id="{22E6D740-7AB6-E142-4414-280E5E5D6469}"/>
              </a:ext>
            </a:extLst>
          </p:cNvPr>
          <p:cNvSpPr/>
          <p:nvPr/>
        </p:nvSpPr>
        <p:spPr>
          <a:xfrm>
            <a:off x="6160511" y="3462797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17" name="Connettore a gomito 16">
            <a:extLst>
              <a:ext uri="{FF2B5EF4-FFF2-40B4-BE49-F238E27FC236}">
                <a16:creationId xmlns:a16="http://schemas.microsoft.com/office/drawing/2014/main" id="{F3F4726F-651A-3A83-90DC-2C553B2C9144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>
            <a:off x="5402299" y="2409625"/>
            <a:ext cx="848658" cy="9874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490D32E9-7D66-BB8B-93F6-5472E92D7145}"/>
              </a:ext>
            </a:extLst>
          </p:cNvPr>
          <p:cNvCxnSpPr>
            <a:cxnSpLocks/>
            <a:stCxn id="9" idx="3"/>
            <a:endCxn id="14" idx="4"/>
          </p:cNvCxnSpPr>
          <p:nvPr/>
        </p:nvCxnSpPr>
        <p:spPr>
          <a:xfrm flipV="1">
            <a:off x="5402299" y="3739931"/>
            <a:ext cx="848658" cy="8880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72C5EFE-5F63-19B7-2B1E-78241DF45EC2}"/>
              </a:ext>
            </a:extLst>
          </p:cNvPr>
          <p:cNvSpPr txBox="1"/>
          <p:nvPr/>
        </p:nvSpPr>
        <p:spPr>
          <a:xfrm>
            <a:off x="3399732" y="2962565"/>
            <a:ext cx="2887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W_Query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[EMB, QK, H]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538EBAD-A5DC-5204-D0F8-F0ECC78F2838}"/>
              </a:ext>
            </a:extLst>
          </p:cNvPr>
          <p:cNvSpPr txBox="1"/>
          <p:nvPr/>
        </p:nvSpPr>
        <p:spPr>
          <a:xfrm>
            <a:off x="3352457" y="5175872"/>
            <a:ext cx="2727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W_Key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QK, H]</a:t>
            </a:r>
            <a:endParaRPr lang="it-IT" b="1" dirty="0"/>
          </a:p>
        </p:txBody>
      </p:sp>
      <p:sp>
        <p:nvSpPr>
          <p:cNvPr id="27" name="Connettore 26">
            <a:extLst>
              <a:ext uri="{FF2B5EF4-FFF2-40B4-BE49-F238E27FC236}">
                <a16:creationId xmlns:a16="http://schemas.microsoft.com/office/drawing/2014/main" id="{CF38B047-A97D-F313-812B-12634B420413}"/>
              </a:ext>
            </a:extLst>
          </p:cNvPr>
          <p:cNvSpPr/>
          <p:nvPr/>
        </p:nvSpPr>
        <p:spPr>
          <a:xfrm>
            <a:off x="8547215" y="3403136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28" name="Segno di moltiplicazione 27">
            <a:extLst>
              <a:ext uri="{FF2B5EF4-FFF2-40B4-BE49-F238E27FC236}">
                <a16:creationId xmlns:a16="http://schemas.microsoft.com/office/drawing/2014/main" id="{B98ED75A-EBE3-59F4-D31A-DB06B83A8D87}"/>
              </a:ext>
            </a:extLst>
          </p:cNvPr>
          <p:cNvSpPr/>
          <p:nvPr/>
        </p:nvSpPr>
        <p:spPr>
          <a:xfrm>
            <a:off x="8625238" y="3468901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8B3C92A0-5C72-8B1D-2F3D-1FEA5DFC3C06}"/>
              </a:ext>
            </a:extLst>
          </p:cNvPr>
          <p:cNvCxnSpPr>
            <a:cxnSpLocks/>
            <a:stCxn id="27" idx="6"/>
            <a:endCxn id="41" idx="1"/>
          </p:cNvCxnSpPr>
          <p:nvPr/>
        </p:nvCxnSpPr>
        <p:spPr>
          <a:xfrm flipV="1">
            <a:off x="8890115" y="3568481"/>
            <a:ext cx="3217022" cy="6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7B692D47-379C-3A11-7C60-8487E57F614F}"/>
              </a:ext>
            </a:extLst>
          </p:cNvPr>
          <p:cNvCxnSpPr>
            <a:cxnSpLocks/>
            <a:stCxn id="12" idx="3"/>
            <a:endCxn id="27" idx="4"/>
          </p:cNvCxnSpPr>
          <p:nvPr/>
        </p:nvCxnSpPr>
        <p:spPr>
          <a:xfrm flipV="1">
            <a:off x="5402299" y="3746036"/>
            <a:ext cx="3316366" cy="267461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la 40">
            <a:extLst>
              <a:ext uri="{FF2B5EF4-FFF2-40B4-BE49-F238E27FC236}">
                <a16:creationId xmlns:a16="http://schemas.microsoft.com/office/drawing/2014/main" id="{23ABF6E5-405C-0131-3F5E-637B3EA73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811037"/>
              </p:ext>
            </p:extLst>
          </p:nvPr>
        </p:nvGraphicFramePr>
        <p:xfrm>
          <a:off x="12107137" y="893861"/>
          <a:ext cx="805071" cy="534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3098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7506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76197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5478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492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891842"/>
                  </a:ext>
                </a:extLst>
              </a:tr>
            </a:tbl>
          </a:graphicData>
        </a:graphic>
      </p:graphicFrame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C0798BF3-F22D-D827-7B69-FC757B5D876E}"/>
              </a:ext>
            </a:extLst>
          </p:cNvPr>
          <p:cNvSpPr txBox="1"/>
          <p:nvPr/>
        </p:nvSpPr>
        <p:spPr>
          <a:xfrm>
            <a:off x="11281941" y="6333932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W_Proj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[V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 err="1"/>
              <a:t>xH</a:t>
            </a:r>
            <a:r>
              <a:rPr lang="it-IT" b="1" dirty="0"/>
              <a:t>, EMB]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B1486727-3B75-7E4C-1541-8268BC4FE178}"/>
              </a:ext>
            </a:extLst>
          </p:cNvPr>
          <p:cNvSpPr txBox="1"/>
          <p:nvPr/>
        </p:nvSpPr>
        <p:spPr>
          <a:xfrm>
            <a:off x="3444535" y="6949634"/>
            <a:ext cx="271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W_Value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V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altLang="it-IT" b="1" dirty="0">
                <a:latin typeface="Arial" panose="020B0604020202020204" pitchFamily="34" charset="0"/>
              </a:rPr>
              <a:t>, H]</a:t>
            </a:r>
            <a:endParaRPr lang="it-IT" b="1" dirty="0"/>
          </a:p>
        </p:txBody>
      </p:sp>
      <p:graphicFrame>
        <p:nvGraphicFramePr>
          <p:cNvPr id="74" name="Tabella 73">
            <a:extLst>
              <a:ext uri="{FF2B5EF4-FFF2-40B4-BE49-F238E27FC236}">
                <a16:creationId xmlns:a16="http://schemas.microsoft.com/office/drawing/2014/main" id="{FCEFA4EA-C60F-ACA7-BCEC-12F620941516}"/>
              </a:ext>
            </a:extLst>
          </p:cNvPr>
          <p:cNvGraphicFramePr>
            <a:graphicFrameLocks noGrp="1"/>
          </p:cNvGraphicFramePr>
          <p:nvPr/>
        </p:nvGraphicFramePr>
        <p:xfrm>
          <a:off x="2216641" y="172885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5004A80F-87FD-5BA2-1498-BB8B78F48949}"/>
              </a:ext>
            </a:extLst>
          </p:cNvPr>
          <p:cNvCxnSpPr>
            <a:cxnSpLocks/>
            <a:stCxn id="74" idx="3"/>
            <a:endCxn id="5" idx="1"/>
          </p:cNvCxnSpPr>
          <p:nvPr/>
        </p:nvCxnSpPr>
        <p:spPr>
          <a:xfrm>
            <a:off x="3021712" y="2323210"/>
            <a:ext cx="676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Tabella 83">
            <a:extLst>
              <a:ext uri="{FF2B5EF4-FFF2-40B4-BE49-F238E27FC236}">
                <a16:creationId xmlns:a16="http://schemas.microsoft.com/office/drawing/2014/main" id="{54C6D7CF-0411-1BED-E7A8-032771AFFAD7}"/>
              </a:ext>
            </a:extLst>
          </p:cNvPr>
          <p:cNvGraphicFramePr>
            <a:graphicFrameLocks noGrp="1"/>
          </p:cNvGraphicFramePr>
          <p:nvPr/>
        </p:nvGraphicFramePr>
        <p:xfrm>
          <a:off x="2208189" y="3947237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9C5FBBF7-C5C3-5A61-B8E1-7886A041051F}"/>
              </a:ext>
            </a:extLst>
          </p:cNvPr>
          <p:cNvCxnSpPr>
            <a:cxnSpLocks/>
            <a:stCxn id="84" idx="3"/>
            <a:endCxn id="8" idx="1"/>
          </p:cNvCxnSpPr>
          <p:nvPr/>
        </p:nvCxnSpPr>
        <p:spPr>
          <a:xfrm>
            <a:off x="3013260" y="4541597"/>
            <a:ext cx="6844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ella 89">
            <a:extLst>
              <a:ext uri="{FF2B5EF4-FFF2-40B4-BE49-F238E27FC236}">
                <a16:creationId xmlns:a16="http://schemas.microsoft.com/office/drawing/2014/main" id="{6187C6BD-ED8C-3855-F309-BC7E9615CD83}"/>
              </a:ext>
            </a:extLst>
          </p:cNvPr>
          <p:cNvGraphicFramePr>
            <a:graphicFrameLocks noGrp="1"/>
          </p:cNvGraphicFramePr>
          <p:nvPr/>
        </p:nvGraphicFramePr>
        <p:xfrm>
          <a:off x="2208188" y="573988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69947621-F5EC-DF9C-A99C-F334C8654F63}"/>
              </a:ext>
            </a:extLst>
          </p:cNvPr>
          <p:cNvCxnSpPr>
            <a:cxnSpLocks/>
            <a:stCxn id="90" idx="3"/>
            <a:endCxn id="11" idx="1"/>
          </p:cNvCxnSpPr>
          <p:nvPr/>
        </p:nvCxnSpPr>
        <p:spPr>
          <a:xfrm>
            <a:off x="3013259" y="6334240"/>
            <a:ext cx="684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5" name="Tabella 94">
            <a:extLst>
              <a:ext uri="{FF2B5EF4-FFF2-40B4-BE49-F238E27FC236}">
                <a16:creationId xmlns:a16="http://schemas.microsoft.com/office/drawing/2014/main" id="{74AA48F4-2CAE-34BA-208D-C41C0954361D}"/>
              </a:ext>
            </a:extLst>
          </p:cNvPr>
          <p:cNvGraphicFramePr>
            <a:graphicFrameLocks noGrp="1"/>
          </p:cNvGraphicFramePr>
          <p:nvPr/>
        </p:nvGraphicFramePr>
        <p:xfrm>
          <a:off x="13625174" y="2974121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F2EFD8F2-1A90-9DAF-FAE8-841D0BA3A239}"/>
              </a:ext>
            </a:extLst>
          </p:cNvPr>
          <p:cNvCxnSpPr>
            <a:cxnSpLocks/>
            <a:stCxn id="41" idx="3"/>
            <a:endCxn id="95" idx="1"/>
          </p:cNvCxnSpPr>
          <p:nvPr/>
        </p:nvCxnSpPr>
        <p:spPr>
          <a:xfrm>
            <a:off x="12912208" y="3568481"/>
            <a:ext cx="7129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701E01A3-E1C5-C424-679E-4C91CBFE74D0}"/>
              </a:ext>
            </a:extLst>
          </p:cNvPr>
          <p:cNvSpPr txBox="1"/>
          <p:nvPr/>
        </p:nvSpPr>
        <p:spPr>
          <a:xfrm>
            <a:off x="6380451" y="7419742"/>
            <a:ext cx="5019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/>
              <a:t>Value-</a:t>
            </a:r>
            <a:r>
              <a:rPr lang="it-IT" sz="3200" b="1" dirty="0" err="1"/>
              <a:t>Projection</a:t>
            </a:r>
            <a:r>
              <a:rPr lang="it-IT" sz="3200" b="1" dirty="0"/>
              <a:t> </a:t>
            </a:r>
            <a:r>
              <a:rPr lang="it-IT" sz="3200" b="1" dirty="0" err="1"/>
              <a:t>Pruning</a:t>
            </a:r>
            <a:endParaRPr lang="it-IT" sz="3200" b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3688016-4E5D-0012-AE6B-9475BEBBFF0A}"/>
              </a:ext>
            </a:extLst>
          </p:cNvPr>
          <p:cNvSpPr txBox="1"/>
          <p:nvPr/>
        </p:nvSpPr>
        <p:spPr>
          <a:xfrm>
            <a:off x="1987574" y="1318835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904667A-4C81-F671-6978-6CB95A402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633EA17-C5A6-BFCD-4982-0A0DCAFB3EC4}"/>
              </a:ext>
            </a:extLst>
          </p:cNvPr>
          <p:cNvSpPr txBox="1"/>
          <p:nvPr/>
        </p:nvSpPr>
        <p:spPr>
          <a:xfrm>
            <a:off x="1917744" y="3534424"/>
            <a:ext cx="1481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97D589D8-6D30-2CD3-5789-DE3098FBF6BF}"/>
              </a:ext>
            </a:extLst>
          </p:cNvPr>
          <p:cNvSpPr txBox="1"/>
          <p:nvPr/>
        </p:nvSpPr>
        <p:spPr>
          <a:xfrm>
            <a:off x="1891846" y="5349515"/>
            <a:ext cx="155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E07761ED-2484-D31D-FFE1-BF2D290E3B10}"/>
              </a:ext>
            </a:extLst>
          </p:cNvPr>
          <p:cNvSpPr txBox="1"/>
          <p:nvPr/>
        </p:nvSpPr>
        <p:spPr>
          <a:xfrm>
            <a:off x="5755428" y="1908616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H]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C69306FF-B528-C49F-028F-7E681CF7376C}"/>
              </a:ext>
            </a:extLst>
          </p:cNvPr>
          <p:cNvSpPr txBox="1"/>
          <p:nvPr/>
        </p:nvSpPr>
        <p:spPr>
          <a:xfrm>
            <a:off x="5803510" y="4745123"/>
            <a:ext cx="127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H]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789009EE-039D-D0D7-34D7-B92A5A29705C}"/>
              </a:ext>
            </a:extLst>
          </p:cNvPr>
          <p:cNvSpPr txBox="1"/>
          <p:nvPr/>
        </p:nvSpPr>
        <p:spPr>
          <a:xfrm>
            <a:off x="7938155" y="2817730"/>
            <a:ext cx="988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[N,N]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4F964852-6A5A-EEB7-39CF-9D5AB6D32ED7}"/>
              </a:ext>
            </a:extLst>
          </p:cNvPr>
          <p:cNvSpPr txBox="1"/>
          <p:nvPr/>
        </p:nvSpPr>
        <p:spPr>
          <a:xfrm>
            <a:off x="6320324" y="5920557"/>
            <a:ext cx="115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H]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011EA034-F38F-861F-9796-4FA23EDA4630}"/>
              </a:ext>
            </a:extLst>
          </p:cNvPr>
          <p:cNvSpPr txBox="1"/>
          <p:nvPr/>
        </p:nvSpPr>
        <p:spPr>
          <a:xfrm>
            <a:off x="8962613" y="3129693"/>
            <a:ext cx="114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H]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67BA14F1-9031-D867-6BF1-41F353217861}"/>
              </a:ext>
            </a:extLst>
          </p:cNvPr>
          <p:cNvSpPr txBox="1"/>
          <p:nvPr/>
        </p:nvSpPr>
        <p:spPr>
          <a:xfrm>
            <a:off x="10994306" y="3121967"/>
            <a:ext cx="1112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 err="1"/>
              <a:t>xH</a:t>
            </a:r>
            <a:r>
              <a:rPr lang="it-IT" b="1" dirty="0"/>
              <a:t>]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40253086-3961-8312-8EB3-27930DEEC087}"/>
              </a:ext>
            </a:extLst>
          </p:cNvPr>
          <p:cNvSpPr txBox="1"/>
          <p:nvPr/>
        </p:nvSpPr>
        <p:spPr>
          <a:xfrm>
            <a:off x="13365232" y="2581395"/>
            <a:ext cx="148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3D4CE16C-A6BA-FACB-D3FA-7ABDD1AB4F5A}"/>
              </a:ext>
            </a:extLst>
          </p:cNvPr>
          <p:cNvCxnSpPr>
            <a:stCxn id="14" idx="6"/>
            <a:endCxn id="27" idx="2"/>
          </p:cNvCxnSpPr>
          <p:nvPr/>
        </p:nvCxnSpPr>
        <p:spPr>
          <a:xfrm>
            <a:off x="6422407" y="3568481"/>
            <a:ext cx="2124808" cy="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ttangolo 80">
            <a:extLst>
              <a:ext uri="{FF2B5EF4-FFF2-40B4-BE49-F238E27FC236}">
                <a16:creationId xmlns:a16="http://schemas.microsoft.com/office/drawing/2014/main" id="{B8E4E724-CE4B-1498-BA44-6E063ED0F73D}"/>
              </a:ext>
            </a:extLst>
          </p:cNvPr>
          <p:cNvSpPr/>
          <p:nvPr/>
        </p:nvSpPr>
        <p:spPr>
          <a:xfrm>
            <a:off x="6947079" y="3306633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Softmax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76F5FB5E-6A84-E2A1-7E3B-E780827F4608}"/>
              </a:ext>
            </a:extLst>
          </p:cNvPr>
          <p:cNvSpPr/>
          <p:nvPr/>
        </p:nvSpPr>
        <p:spPr>
          <a:xfrm>
            <a:off x="10002946" y="3314359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Concat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60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7B33-1F94-62C4-7B8A-E6CEDD27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73B288C0-6253-DD31-FE26-DF228B18ADB0}"/>
              </a:ext>
            </a:extLst>
          </p:cNvPr>
          <p:cNvGraphicFramePr>
            <a:graphicFrameLocks noGrp="1"/>
          </p:cNvGraphicFramePr>
          <p:nvPr/>
        </p:nvGraphicFramePr>
        <p:xfrm>
          <a:off x="3603314" y="1792404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4FF12675-5C27-A9C2-F438-6659BC0CD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029565"/>
              </p:ext>
            </p:extLst>
          </p:nvPr>
        </p:nvGraphicFramePr>
        <p:xfrm>
          <a:off x="3697735" y="187744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72AD9399-8354-70C5-F765-5137006AD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66669"/>
              </p:ext>
            </p:extLst>
          </p:nvPr>
        </p:nvGraphicFramePr>
        <p:xfrm>
          <a:off x="3792157" y="196385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CA7B99CA-2291-3DC4-6CE8-65CDE7A6F882}"/>
              </a:ext>
            </a:extLst>
          </p:cNvPr>
          <p:cNvGraphicFramePr>
            <a:graphicFrameLocks noGrp="1"/>
          </p:cNvGraphicFramePr>
          <p:nvPr/>
        </p:nvGraphicFramePr>
        <p:xfrm>
          <a:off x="3603314" y="401079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4BDD56E1-0782-17B5-06D2-277282DF6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925993"/>
              </p:ext>
            </p:extLst>
          </p:nvPr>
        </p:nvGraphicFramePr>
        <p:xfrm>
          <a:off x="3697735" y="4095827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8E386CA9-ED10-8591-65CC-CD6EA868867C}"/>
              </a:ext>
            </a:extLst>
          </p:cNvPr>
          <p:cNvGraphicFramePr>
            <a:graphicFrameLocks noGrp="1"/>
          </p:cNvGraphicFramePr>
          <p:nvPr/>
        </p:nvGraphicFramePr>
        <p:xfrm>
          <a:off x="3792157" y="418224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FF1C543F-5A07-D0E3-D36E-54B6C4D7304D}"/>
              </a:ext>
            </a:extLst>
          </p:cNvPr>
          <p:cNvGraphicFramePr>
            <a:graphicFrameLocks noGrp="1"/>
          </p:cNvGraphicFramePr>
          <p:nvPr/>
        </p:nvGraphicFramePr>
        <p:xfrm>
          <a:off x="3603314" y="580343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B8D4F3B6-D22C-C13A-AD92-9F0AF8984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025455"/>
              </p:ext>
            </p:extLst>
          </p:nvPr>
        </p:nvGraphicFramePr>
        <p:xfrm>
          <a:off x="3697735" y="588847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21A12203-A5DA-22EC-5CD3-CBAC6B25152C}"/>
              </a:ext>
            </a:extLst>
          </p:cNvPr>
          <p:cNvGraphicFramePr>
            <a:graphicFrameLocks noGrp="1"/>
          </p:cNvGraphicFramePr>
          <p:nvPr/>
        </p:nvGraphicFramePr>
        <p:xfrm>
          <a:off x="3792157" y="597488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14" name="Connettore 13">
            <a:extLst>
              <a:ext uri="{FF2B5EF4-FFF2-40B4-BE49-F238E27FC236}">
                <a16:creationId xmlns:a16="http://schemas.microsoft.com/office/drawing/2014/main" id="{51478F8E-F858-01E7-729F-6797E6CD53FC}"/>
              </a:ext>
            </a:extLst>
          </p:cNvPr>
          <p:cNvSpPr/>
          <p:nvPr/>
        </p:nvSpPr>
        <p:spPr>
          <a:xfrm>
            <a:off x="6079507" y="3397031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15" name="Segno di moltiplicazione 14">
            <a:extLst>
              <a:ext uri="{FF2B5EF4-FFF2-40B4-BE49-F238E27FC236}">
                <a16:creationId xmlns:a16="http://schemas.microsoft.com/office/drawing/2014/main" id="{9E146B67-9B87-FD64-B3CC-11E5624492DE}"/>
              </a:ext>
            </a:extLst>
          </p:cNvPr>
          <p:cNvSpPr/>
          <p:nvPr/>
        </p:nvSpPr>
        <p:spPr>
          <a:xfrm>
            <a:off x="6160511" y="3462797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17" name="Connettore a gomito 16">
            <a:extLst>
              <a:ext uri="{FF2B5EF4-FFF2-40B4-BE49-F238E27FC236}">
                <a16:creationId xmlns:a16="http://schemas.microsoft.com/office/drawing/2014/main" id="{8D84B6A9-CBF8-B9C7-DC53-430C22AEB0ED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>
            <a:off x="5402299" y="2409625"/>
            <a:ext cx="848658" cy="9874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98A79571-9428-EE4F-325D-05203832FFBA}"/>
              </a:ext>
            </a:extLst>
          </p:cNvPr>
          <p:cNvCxnSpPr>
            <a:cxnSpLocks/>
            <a:stCxn id="9" idx="3"/>
            <a:endCxn id="14" idx="4"/>
          </p:cNvCxnSpPr>
          <p:nvPr/>
        </p:nvCxnSpPr>
        <p:spPr>
          <a:xfrm flipV="1">
            <a:off x="5402299" y="3739931"/>
            <a:ext cx="848658" cy="8880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56A6AC4-FFC7-1DCD-CD51-F20818B1585E}"/>
              </a:ext>
            </a:extLst>
          </p:cNvPr>
          <p:cNvSpPr txBox="1"/>
          <p:nvPr/>
        </p:nvSpPr>
        <p:spPr>
          <a:xfrm>
            <a:off x="3399731" y="2962565"/>
            <a:ext cx="2760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W_Query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[EMB, QK,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3EFE71A-B165-5DF7-1B2A-AF184C1830FE}"/>
              </a:ext>
            </a:extLst>
          </p:cNvPr>
          <p:cNvSpPr txBox="1"/>
          <p:nvPr/>
        </p:nvSpPr>
        <p:spPr>
          <a:xfrm>
            <a:off x="3352457" y="5175872"/>
            <a:ext cx="260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W_Key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QK,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altLang="it-IT" b="1" dirty="0">
                <a:latin typeface="Arial" panose="020B0604020202020204" pitchFamily="34" charset="0"/>
              </a:rPr>
              <a:t>]</a:t>
            </a:r>
            <a:endParaRPr lang="it-IT" b="1" dirty="0"/>
          </a:p>
        </p:txBody>
      </p:sp>
      <p:sp>
        <p:nvSpPr>
          <p:cNvPr id="27" name="Connettore 26">
            <a:extLst>
              <a:ext uri="{FF2B5EF4-FFF2-40B4-BE49-F238E27FC236}">
                <a16:creationId xmlns:a16="http://schemas.microsoft.com/office/drawing/2014/main" id="{260772D8-55A9-698C-31F2-0A24C868EC1A}"/>
              </a:ext>
            </a:extLst>
          </p:cNvPr>
          <p:cNvSpPr/>
          <p:nvPr/>
        </p:nvSpPr>
        <p:spPr>
          <a:xfrm>
            <a:off x="8547215" y="3403136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28" name="Segno di moltiplicazione 27">
            <a:extLst>
              <a:ext uri="{FF2B5EF4-FFF2-40B4-BE49-F238E27FC236}">
                <a16:creationId xmlns:a16="http://schemas.microsoft.com/office/drawing/2014/main" id="{575FDB0D-D6D8-E6F2-9EA5-9FF3050B2287}"/>
              </a:ext>
            </a:extLst>
          </p:cNvPr>
          <p:cNvSpPr/>
          <p:nvPr/>
        </p:nvSpPr>
        <p:spPr>
          <a:xfrm>
            <a:off x="8625238" y="3468901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DCD397CA-3416-0EC4-41CD-F98B9D6BD32F}"/>
              </a:ext>
            </a:extLst>
          </p:cNvPr>
          <p:cNvCxnSpPr>
            <a:cxnSpLocks/>
            <a:stCxn id="27" idx="6"/>
            <a:endCxn id="41" idx="1"/>
          </p:cNvCxnSpPr>
          <p:nvPr/>
        </p:nvCxnSpPr>
        <p:spPr>
          <a:xfrm flipV="1">
            <a:off x="8890115" y="3568481"/>
            <a:ext cx="3217022" cy="6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CB37DF54-E12F-13D1-A3BD-832BD2D98994}"/>
              </a:ext>
            </a:extLst>
          </p:cNvPr>
          <p:cNvCxnSpPr>
            <a:cxnSpLocks/>
            <a:stCxn id="12" idx="3"/>
            <a:endCxn id="27" idx="4"/>
          </p:cNvCxnSpPr>
          <p:nvPr/>
        </p:nvCxnSpPr>
        <p:spPr>
          <a:xfrm flipV="1">
            <a:off x="5402299" y="3746036"/>
            <a:ext cx="3316366" cy="267461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la 40">
            <a:extLst>
              <a:ext uri="{FF2B5EF4-FFF2-40B4-BE49-F238E27FC236}">
                <a16:creationId xmlns:a16="http://schemas.microsoft.com/office/drawing/2014/main" id="{3ABBC02B-544F-2D07-D5F4-CE948F5D2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242747"/>
              </p:ext>
            </p:extLst>
          </p:nvPr>
        </p:nvGraphicFramePr>
        <p:xfrm>
          <a:off x="12107137" y="893861"/>
          <a:ext cx="805071" cy="534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3098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7506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76197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5478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492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891842"/>
                  </a:ext>
                </a:extLst>
              </a:tr>
            </a:tbl>
          </a:graphicData>
        </a:graphic>
      </p:graphicFrame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F6187DB9-7E7A-94AA-9A34-251B7DCDBA1B}"/>
              </a:ext>
            </a:extLst>
          </p:cNvPr>
          <p:cNvSpPr txBox="1"/>
          <p:nvPr/>
        </p:nvSpPr>
        <p:spPr>
          <a:xfrm>
            <a:off x="11281941" y="6333932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W_Proj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</a:t>
            </a:r>
            <a:r>
              <a:rPr lang="it-IT" b="1" dirty="0" err="1"/>
              <a:t>VxH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EMB]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6A61F97-EF89-46FC-9A45-5FF03AA853EF}"/>
              </a:ext>
            </a:extLst>
          </p:cNvPr>
          <p:cNvSpPr txBox="1"/>
          <p:nvPr/>
        </p:nvSpPr>
        <p:spPr>
          <a:xfrm>
            <a:off x="3444535" y="6949634"/>
            <a:ext cx="2806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W_Value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[EMB, V,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altLang="it-IT" b="1" dirty="0">
                <a:latin typeface="Arial" panose="020B0604020202020204" pitchFamily="34" charset="0"/>
              </a:rPr>
              <a:t>]</a:t>
            </a:r>
            <a:endParaRPr lang="it-IT" b="1" dirty="0"/>
          </a:p>
        </p:txBody>
      </p:sp>
      <p:graphicFrame>
        <p:nvGraphicFramePr>
          <p:cNvPr id="74" name="Tabella 73">
            <a:extLst>
              <a:ext uri="{FF2B5EF4-FFF2-40B4-BE49-F238E27FC236}">
                <a16:creationId xmlns:a16="http://schemas.microsoft.com/office/drawing/2014/main" id="{2C75915E-CB5C-A85E-4EC1-B862E3F4DC82}"/>
              </a:ext>
            </a:extLst>
          </p:cNvPr>
          <p:cNvGraphicFramePr>
            <a:graphicFrameLocks noGrp="1"/>
          </p:cNvGraphicFramePr>
          <p:nvPr/>
        </p:nvGraphicFramePr>
        <p:xfrm>
          <a:off x="2216641" y="172885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354D99D2-3770-EB82-5977-00C443294902}"/>
              </a:ext>
            </a:extLst>
          </p:cNvPr>
          <p:cNvCxnSpPr>
            <a:cxnSpLocks/>
            <a:stCxn id="74" idx="3"/>
            <a:endCxn id="5" idx="1"/>
          </p:cNvCxnSpPr>
          <p:nvPr/>
        </p:nvCxnSpPr>
        <p:spPr>
          <a:xfrm>
            <a:off x="3021712" y="2323210"/>
            <a:ext cx="676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4" name="Tabella 83">
            <a:extLst>
              <a:ext uri="{FF2B5EF4-FFF2-40B4-BE49-F238E27FC236}">
                <a16:creationId xmlns:a16="http://schemas.microsoft.com/office/drawing/2014/main" id="{C2CD2560-19C4-8859-456F-B6BC7E80EBE7}"/>
              </a:ext>
            </a:extLst>
          </p:cNvPr>
          <p:cNvGraphicFramePr>
            <a:graphicFrameLocks noGrp="1"/>
          </p:cNvGraphicFramePr>
          <p:nvPr/>
        </p:nvGraphicFramePr>
        <p:xfrm>
          <a:off x="2208189" y="3947237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BC1FBAA7-3D92-A7A7-2B70-6EF0DE84F804}"/>
              </a:ext>
            </a:extLst>
          </p:cNvPr>
          <p:cNvCxnSpPr>
            <a:cxnSpLocks/>
            <a:stCxn id="84" idx="3"/>
            <a:endCxn id="8" idx="1"/>
          </p:cNvCxnSpPr>
          <p:nvPr/>
        </p:nvCxnSpPr>
        <p:spPr>
          <a:xfrm>
            <a:off x="3013260" y="4541597"/>
            <a:ext cx="6844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Tabella 89">
            <a:extLst>
              <a:ext uri="{FF2B5EF4-FFF2-40B4-BE49-F238E27FC236}">
                <a16:creationId xmlns:a16="http://schemas.microsoft.com/office/drawing/2014/main" id="{83AC9178-60EA-0F91-4E2E-C5C86F96FEB3}"/>
              </a:ext>
            </a:extLst>
          </p:cNvPr>
          <p:cNvGraphicFramePr>
            <a:graphicFrameLocks noGrp="1"/>
          </p:cNvGraphicFramePr>
          <p:nvPr/>
        </p:nvGraphicFramePr>
        <p:xfrm>
          <a:off x="2208188" y="573988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89AC8CC6-6383-619B-F60D-1C6811E49937}"/>
              </a:ext>
            </a:extLst>
          </p:cNvPr>
          <p:cNvCxnSpPr>
            <a:cxnSpLocks/>
            <a:stCxn id="90" idx="3"/>
            <a:endCxn id="11" idx="1"/>
          </p:cNvCxnSpPr>
          <p:nvPr/>
        </p:nvCxnSpPr>
        <p:spPr>
          <a:xfrm>
            <a:off x="3013259" y="6334240"/>
            <a:ext cx="684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5" name="Tabella 94">
            <a:extLst>
              <a:ext uri="{FF2B5EF4-FFF2-40B4-BE49-F238E27FC236}">
                <a16:creationId xmlns:a16="http://schemas.microsoft.com/office/drawing/2014/main" id="{62AA7790-6F38-DC21-336F-41187DE17CCB}"/>
              </a:ext>
            </a:extLst>
          </p:cNvPr>
          <p:cNvGraphicFramePr>
            <a:graphicFrameLocks noGrp="1"/>
          </p:cNvGraphicFramePr>
          <p:nvPr/>
        </p:nvGraphicFramePr>
        <p:xfrm>
          <a:off x="13625174" y="2974121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3D994D6A-F06F-CEC6-88D7-734C8985AA64}"/>
              </a:ext>
            </a:extLst>
          </p:cNvPr>
          <p:cNvCxnSpPr>
            <a:cxnSpLocks/>
            <a:stCxn id="41" idx="3"/>
            <a:endCxn id="95" idx="1"/>
          </p:cNvCxnSpPr>
          <p:nvPr/>
        </p:nvCxnSpPr>
        <p:spPr>
          <a:xfrm>
            <a:off x="12912208" y="3568481"/>
            <a:ext cx="7129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E878CCAF-6DDF-1357-BB9C-87CF3D2CEE69}"/>
              </a:ext>
            </a:extLst>
          </p:cNvPr>
          <p:cNvSpPr txBox="1"/>
          <p:nvPr/>
        </p:nvSpPr>
        <p:spPr>
          <a:xfrm>
            <a:off x="6380451" y="7419742"/>
            <a:ext cx="5019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/>
              <a:t>Head </a:t>
            </a:r>
            <a:r>
              <a:rPr lang="it-IT" sz="3200" b="1" dirty="0" err="1"/>
              <a:t>Pruning</a:t>
            </a:r>
            <a:endParaRPr lang="it-IT" sz="3200" b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BBE2DEA-500B-023E-F46F-AAE54605E801}"/>
              </a:ext>
            </a:extLst>
          </p:cNvPr>
          <p:cNvSpPr txBox="1"/>
          <p:nvPr/>
        </p:nvSpPr>
        <p:spPr>
          <a:xfrm>
            <a:off x="1987574" y="1318835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060627B-1451-8D15-AAE8-A5384DFF6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FCC24108-857A-95F0-3088-85374B16877A}"/>
              </a:ext>
            </a:extLst>
          </p:cNvPr>
          <p:cNvSpPr txBox="1"/>
          <p:nvPr/>
        </p:nvSpPr>
        <p:spPr>
          <a:xfrm>
            <a:off x="1917744" y="3534424"/>
            <a:ext cx="1481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DC961DF6-7BC7-476C-336C-98914295FB2A}"/>
              </a:ext>
            </a:extLst>
          </p:cNvPr>
          <p:cNvSpPr txBox="1"/>
          <p:nvPr/>
        </p:nvSpPr>
        <p:spPr>
          <a:xfrm>
            <a:off x="1891846" y="5349515"/>
            <a:ext cx="155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CA46E72-C425-F167-AB12-D7711FBBD022}"/>
              </a:ext>
            </a:extLst>
          </p:cNvPr>
          <p:cNvSpPr txBox="1"/>
          <p:nvPr/>
        </p:nvSpPr>
        <p:spPr>
          <a:xfrm>
            <a:off x="5755428" y="1908616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B81EBD0-76A0-F234-BB33-CE593D72BF42}"/>
              </a:ext>
            </a:extLst>
          </p:cNvPr>
          <p:cNvSpPr txBox="1"/>
          <p:nvPr/>
        </p:nvSpPr>
        <p:spPr>
          <a:xfrm>
            <a:off x="5803510" y="4745123"/>
            <a:ext cx="127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027531BC-2242-E3EA-D0D0-760707B19F32}"/>
              </a:ext>
            </a:extLst>
          </p:cNvPr>
          <p:cNvSpPr txBox="1"/>
          <p:nvPr/>
        </p:nvSpPr>
        <p:spPr>
          <a:xfrm>
            <a:off x="7938155" y="2817730"/>
            <a:ext cx="988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[N,N]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240D6E2D-BE3E-4620-3F65-B9B5478576B8}"/>
              </a:ext>
            </a:extLst>
          </p:cNvPr>
          <p:cNvSpPr txBox="1"/>
          <p:nvPr/>
        </p:nvSpPr>
        <p:spPr>
          <a:xfrm>
            <a:off x="6320324" y="5920557"/>
            <a:ext cx="115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441E3936-9557-2C2C-097D-64688AE30D5D}"/>
              </a:ext>
            </a:extLst>
          </p:cNvPr>
          <p:cNvSpPr txBox="1"/>
          <p:nvPr/>
        </p:nvSpPr>
        <p:spPr>
          <a:xfrm>
            <a:off x="8962613" y="3129693"/>
            <a:ext cx="114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3C0CD1EA-5A29-0DD5-AE44-012E6F72689F}"/>
              </a:ext>
            </a:extLst>
          </p:cNvPr>
          <p:cNvSpPr txBox="1"/>
          <p:nvPr/>
        </p:nvSpPr>
        <p:spPr>
          <a:xfrm>
            <a:off x="10994306" y="3121967"/>
            <a:ext cx="1112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</a:t>
            </a:r>
            <a:r>
              <a:rPr lang="it-IT" b="1" dirty="0" err="1"/>
              <a:t>VxH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510B83E2-20B9-C98E-0427-7737260108BE}"/>
              </a:ext>
            </a:extLst>
          </p:cNvPr>
          <p:cNvSpPr txBox="1"/>
          <p:nvPr/>
        </p:nvSpPr>
        <p:spPr>
          <a:xfrm>
            <a:off x="13365232" y="2581395"/>
            <a:ext cx="148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81040A5D-3273-36D8-9157-A3F749E8D291}"/>
              </a:ext>
            </a:extLst>
          </p:cNvPr>
          <p:cNvCxnSpPr>
            <a:stCxn id="14" idx="6"/>
            <a:endCxn id="27" idx="2"/>
          </p:cNvCxnSpPr>
          <p:nvPr/>
        </p:nvCxnSpPr>
        <p:spPr>
          <a:xfrm>
            <a:off x="6422407" y="3568481"/>
            <a:ext cx="2124808" cy="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ttangolo 80">
            <a:extLst>
              <a:ext uri="{FF2B5EF4-FFF2-40B4-BE49-F238E27FC236}">
                <a16:creationId xmlns:a16="http://schemas.microsoft.com/office/drawing/2014/main" id="{0721EC05-721E-4972-4569-D43DE209B6CF}"/>
              </a:ext>
            </a:extLst>
          </p:cNvPr>
          <p:cNvSpPr/>
          <p:nvPr/>
        </p:nvSpPr>
        <p:spPr>
          <a:xfrm>
            <a:off x="6947079" y="3306633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Softmax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D1AEBB13-A2C9-3162-1A9B-AFE7ED2ECBF4}"/>
              </a:ext>
            </a:extLst>
          </p:cNvPr>
          <p:cNvSpPr/>
          <p:nvPr/>
        </p:nvSpPr>
        <p:spPr>
          <a:xfrm>
            <a:off x="10002946" y="3314359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Concat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008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F8367-F019-1F84-9E6A-75EDC0D9D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60075903-ED87-D606-811F-AA5D53D73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651127"/>
              </p:ext>
            </p:extLst>
          </p:nvPr>
        </p:nvGraphicFramePr>
        <p:xfrm>
          <a:off x="3603314" y="1792404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AEDB343-1E82-9268-7167-E58079F96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825342"/>
              </p:ext>
            </p:extLst>
          </p:nvPr>
        </p:nvGraphicFramePr>
        <p:xfrm>
          <a:off x="3697735" y="187744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C7DF6468-3AE4-2701-9E7D-E97337F8E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146273"/>
              </p:ext>
            </p:extLst>
          </p:nvPr>
        </p:nvGraphicFramePr>
        <p:xfrm>
          <a:off x="3792157" y="196385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7433118B-004C-7E84-7013-576B94318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997937"/>
              </p:ext>
            </p:extLst>
          </p:nvPr>
        </p:nvGraphicFramePr>
        <p:xfrm>
          <a:off x="3603314" y="401079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CDBD83BD-6EDA-DEB7-84CC-B2370ACB0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889836"/>
              </p:ext>
            </p:extLst>
          </p:nvPr>
        </p:nvGraphicFramePr>
        <p:xfrm>
          <a:off x="3697735" y="4095827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4B882A47-BAB0-7ED8-F819-34F3B1B1B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687598"/>
              </p:ext>
            </p:extLst>
          </p:nvPr>
        </p:nvGraphicFramePr>
        <p:xfrm>
          <a:off x="3792157" y="4182242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A4334CEA-DD8A-FC0C-0368-7CDB8E6B7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884629"/>
              </p:ext>
            </p:extLst>
          </p:nvPr>
        </p:nvGraphicFramePr>
        <p:xfrm>
          <a:off x="3603314" y="580343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721A5CBF-F598-D590-112E-9B190A5A4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434118"/>
              </p:ext>
            </p:extLst>
          </p:nvPr>
        </p:nvGraphicFramePr>
        <p:xfrm>
          <a:off x="3697735" y="5888470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73516E0D-6ADB-96AC-C2CA-42491E6A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246372"/>
              </p:ext>
            </p:extLst>
          </p:nvPr>
        </p:nvGraphicFramePr>
        <p:xfrm>
          <a:off x="3792157" y="5974885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14" name="Connettore 13">
            <a:extLst>
              <a:ext uri="{FF2B5EF4-FFF2-40B4-BE49-F238E27FC236}">
                <a16:creationId xmlns:a16="http://schemas.microsoft.com/office/drawing/2014/main" id="{3E0FBF34-063B-2FA6-3FDE-FD5AE3BDC4B6}"/>
              </a:ext>
            </a:extLst>
          </p:cNvPr>
          <p:cNvSpPr/>
          <p:nvPr/>
        </p:nvSpPr>
        <p:spPr>
          <a:xfrm>
            <a:off x="6079507" y="3397031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15" name="Segno di moltiplicazione 14">
            <a:extLst>
              <a:ext uri="{FF2B5EF4-FFF2-40B4-BE49-F238E27FC236}">
                <a16:creationId xmlns:a16="http://schemas.microsoft.com/office/drawing/2014/main" id="{B229BB46-F782-CDF4-6987-F9C2C4A0E63F}"/>
              </a:ext>
            </a:extLst>
          </p:cNvPr>
          <p:cNvSpPr/>
          <p:nvPr/>
        </p:nvSpPr>
        <p:spPr>
          <a:xfrm>
            <a:off x="6160511" y="3462797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17" name="Connettore a gomito 16">
            <a:extLst>
              <a:ext uri="{FF2B5EF4-FFF2-40B4-BE49-F238E27FC236}">
                <a16:creationId xmlns:a16="http://schemas.microsoft.com/office/drawing/2014/main" id="{0B9B19F4-5CFC-CCA0-B057-57E916C2359E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>
            <a:off x="5402299" y="2409625"/>
            <a:ext cx="848658" cy="9874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a gomito 19">
            <a:extLst>
              <a:ext uri="{FF2B5EF4-FFF2-40B4-BE49-F238E27FC236}">
                <a16:creationId xmlns:a16="http://schemas.microsoft.com/office/drawing/2014/main" id="{065A1DE1-1AF8-D4A5-4A0D-FC58482E7FA6}"/>
              </a:ext>
            </a:extLst>
          </p:cNvPr>
          <p:cNvCxnSpPr>
            <a:cxnSpLocks/>
            <a:stCxn id="9" idx="3"/>
            <a:endCxn id="14" idx="4"/>
          </p:cNvCxnSpPr>
          <p:nvPr/>
        </p:nvCxnSpPr>
        <p:spPr>
          <a:xfrm flipV="1">
            <a:off x="5402299" y="3739931"/>
            <a:ext cx="848658" cy="8880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3A3F8BFC-CE4C-8E1A-4F26-E323C1906B6D}"/>
              </a:ext>
            </a:extLst>
          </p:cNvPr>
          <p:cNvSpPr txBox="1"/>
          <p:nvPr/>
        </p:nvSpPr>
        <p:spPr>
          <a:xfrm>
            <a:off x="3399732" y="2962565"/>
            <a:ext cx="2724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W_Query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QK, H]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F5EDF2F-3F6F-B8C8-EEEE-045744BDFBB5}"/>
              </a:ext>
            </a:extLst>
          </p:cNvPr>
          <p:cNvSpPr txBox="1"/>
          <p:nvPr/>
        </p:nvSpPr>
        <p:spPr>
          <a:xfrm>
            <a:off x="3352457" y="5175872"/>
            <a:ext cx="260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W_Key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altLang="it-IT" b="1" dirty="0">
                <a:latin typeface="Arial" panose="020B0604020202020204" pitchFamily="34" charset="0"/>
              </a:rPr>
              <a:t>, QK, H]</a:t>
            </a:r>
            <a:endParaRPr lang="it-IT" b="1" dirty="0"/>
          </a:p>
        </p:txBody>
      </p:sp>
      <p:sp>
        <p:nvSpPr>
          <p:cNvPr id="27" name="Connettore 26">
            <a:extLst>
              <a:ext uri="{FF2B5EF4-FFF2-40B4-BE49-F238E27FC236}">
                <a16:creationId xmlns:a16="http://schemas.microsoft.com/office/drawing/2014/main" id="{978C2C8D-DAC2-B4AD-8886-C7BB8D3796CB}"/>
              </a:ext>
            </a:extLst>
          </p:cNvPr>
          <p:cNvSpPr/>
          <p:nvPr/>
        </p:nvSpPr>
        <p:spPr>
          <a:xfrm>
            <a:off x="8547215" y="3403136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sp>
        <p:nvSpPr>
          <p:cNvPr id="28" name="Segno di moltiplicazione 27">
            <a:extLst>
              <a:ext uri="{FF2B5EF4-FFF2-40B4-BE49-F238E27FC236}">
                <a16:creationId xmlns:a16="http://schemas.microsoft.com/office/drawing/2014/main" id="{DCE1A343-6183-361B-421A-E138071F6CEB}"/>
              </a:ext>
            </a:extLst>
          </p:cNvPr>
          <p:cNvSpPr/>
          <p:nvPr/>
        </p:nvSpPr>
        <p:spPr>
          <a:xfrm>
            <a:off x="8625238" y="3468901"/>
            <a:ext cx="186856" cy="21137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1" dirty="0"/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66111245-4250-D0DC-E261-2E20FC8F4085}"/>
              </a:ext>
            </a:extLst>
          </p:cNvPr>
          <p:cNvCxnSpPr>
            <a:cxnSpLocks/>
            <a:stCxn id="27" idx="6"/>
            <a:endCxn id="41" idx="1"/>
          </p:cNvCxnSpPr>
          <p:nvPr/>
        </p:nvCxnSpPr>
        <p:spPr>
          <a:xfrm flipV="1">
            <a:off x="8890115" y="3568481"/>
            <a:ext cx="3217022" cy="6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4C8F0442-661E-B3DF-2B8B-11C1C627F14F}"/>
              </a:ext>
            </a:extLst>
          </p:cNvPr>
          <p:cNvCxnSpPr>
            <a:cxnSpLocks/>
            <a:stCxn id="12" idx="3"/>
            <a:endCxn id="27" idx="4"/>
          </p:cNvCxnSpPr>
          <p:nvPr/>
        </p:nvCxnSpPr>
        <p:spPr>
          <a:xfrm flipV="1">
            <a:off x="5402299" y="3746036"/>
            <a:ext cx="3316366" cy="267461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la 40">
            <a:extLst>
              <a:ext uri="{FF2B5EF4-FFF2-40B4-BE49-F238E27FC236}">
                <a16:creationId xmlns:a16="http://schemas.microsoft.com/office/drawing/2014/main" id="{2FC9A955-FC3C-4D1F-235C-757FC9527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661778"/>
              </p:ext>
            </p:extLst>
          </p:nvPr>
        </p:nvGraphicFramePr>
        <p:xfrm>
          <a:off x="12107137" y="893861"/>
          <a:ext cx="805071" cy="5349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3098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7506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76197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5478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0492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891842"/>
                  </a:ext>
                </a:extLst>
              </a:tr>
            </a:tbl>
          </a:graphicData>
        </a:graphic>
      </p:graphicFrame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668170C2-67CB-D50B-9272-9909ABF78EC9}"/>
              </a:ext>
            </a:extLst>
          </p:cNvPr>
          <p:cNvSpPr txBox="1"/>
          <p:nvPr/>
        </p:nvSpPr>
        <p:spPr>
          <a:xfrm>
            <a:off x="11281941" y="6333932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/>
              <a:t>W_Proj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</a:t>
            </a:r>
            <a:r>
              <a:rPr lang="it-IT" b="1" dirty="0" err="1"/>
              <a:t>VxH</a:t>
            </a:r>
            <a:r>
              <a:rPr lang="it-IT" b="1" dirty="0"/>
              <a:t>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A5728EB9-E0DE-596C-5908-6B2D29C5FA69}"/>
              </a:ext>
            </a:extLst>
          </p:cNvPr>
          <p:cNvSpPr txBox="1"/>
          <p:nvPr/>
        </p:nvSpPr>
        <p:spPr>
          <a:xfrm>
            <a:off x="3444535" y="6949634"/>
            <a:ext cx="2806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W_Value</a:t>
            </a:r>
            <a:r>
              <a:rPr lang="it-IT" b="1" dirty="0"/>
              <a:t> </a:t>
            </a:r>
            <a:r>
              <a:rPr lang="it-IT" altLang="it-IT" b="1" dirty="0">
                <a:latin typeface="Arial" panose="020B0604020202020204" pitchFamily="34" charset="0"/>
              </a:rPr>
              <a:t>∈ [EMB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altLang="it-IT" b="1" dirty="0">
                <a:latin typeface="Arial" panose="020B0604020202020204" pitchFamily="34" charset="0"/>
              </a:rPr>
              <a:t>, V, H]</a:t>
            </a:r>
            <a:endParaRPr lang="it-IT" b="1" dirty="0"/>
          </a:p>
        </p:txBody>
      </p:sp>
      <p:cxnSp>
        <p:nvCxnSpPr>
          <p:cNvPr id="76" name="Connettore 2 75">
            <a:extLst>
              <a:ext uri="{FF2B5EF4-FFF2-40B4-BE49-F238E27FC236}">
                <a16:creationId xmlns:a16="http://schemas.microsoft.com/office/drawing/2014/main" id="{4310F29F-1099-5FFB-3F1E-20025A68A122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3021712" y="2323210"/>
            <a:ext cx="6760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D9E3D5FE-7725-153C-77A6-E0B4BF079A43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>
            <a:off x="3013260" y="4541597"/>
            <a:ext cx="6844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ttore 2 90">
            <a:extLst>
              <a:ext uri="{FF2B5EF4-FFF2-40B4-BE49-F238E27FC236}">
                <a16:creationId xmlns:a16="http://schemas.microsoft.com/office/drawing/2014/main" id="{102A8BA9-D27E-E9DA-5D3A-74275E4B1E27}"/>
              </a:ext>
            </a:extLst>
          </p:cNvPr>
          <p:cNvCxnSpPr>
            <a:cxnSpLocks/>
            <a:stCxn id="21" idx="3"/>
            <a:endCxn id="11" idx="1"/>
          </p:cNvCxnSpPr>
          <p:nvPr/>
        </p:nvCxnSpPr>
        <p:spPr>
          <a:xfrm>
            <a:off x="3013259" y="6334240"/>
            <a:ext cx="68447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63DD3D6B-1438-59E1-4B0A-97C6BDB41934}"/>
              </a:ext>
            </a:extLst>
          </p:cNvPr>
          <p:cNvCxnSpPr>
            <a:cxnSpLocks/>
            <a:stCxn id="41" idx="3"/>
            <a:endCxn id="23" idx="1"/>
          </p:cNvCxnSpPr>
          <p:nvPr/>
        </p:nvCxnSpPr>
        <p:spPr>
          <a:xfrm>
            <a:off x="12912208" y="3568481"/>
            <a:ext cx="7129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CasellaDiTesto 102">
            <a:extLst>
              <a:ext uri="{FF2B5EF4-FFF2-40B4-BE49-F238E27FC236}">
                <a16:creationId xmlns:a16="http://schemas.microsoft.com/office/drawing/2014/main" id="{5EAD5E52-2362-901B-DA04-1F121CBC38B1}"/>
              </a:ext>
            </a:extLst>
          </p:cNvPr>
          <p:cNvSpPr txBox="1"/>
          <p:nvPr/>
        </p:nvSpPr>
        <p:spPr>
          <a:xfrm>
            <a:off x="6380451" y="7419742"/>
            <a:ext cx="5233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err="1"/>
              <a:t>Embedding</a:t>
            </a:r>
            <a:r>
              <a:rPr lang="it-IT" sz="3200" b="1" dirty="0"/>
              <a:t> </a:t>
            </a:r>
            <a:r>
              <a:rPr lang="it-IT" sz="3200" b="1" dirty="0" err="1"/>
              <a:t>Pruning</a:t>
            </a:r>
            <a:r>
              <a:rPr lang="it-IT" sz="3200" b="1" dirty="0"/>
              <a:t>-MHSA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12CB580-5A13-D27C-54B7-4DD21C388CC5}"/>
              </a:ext>
            </a:extLst>
          </p:cNvPr>
          <p:cNvSpPr txBox="1"/>
          <p:nvPr/>
        </p:nvSpPr>
        <p:spPr>
          <a:xfrm>
            <a:off x="1987574" y="1318835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F14B4C5-027F-1F45-CF92-C78300369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41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3E945748-299E-9069-6D91-C1C1CCAC192E}"/>
              </a:ext>
            </a:extLst>
          </p:cNvPr>
          <p:cNvSpPr txBox="1"/>
          <p:nvPr/>
        </p:nvSpPr>
        <p:spPr>
          <a:xfrm>
            <a:off x="1917744" y="3534424"/>
            <a:ext cx="1526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CC7F15DA-E17D-D7DD-F893-BF168E35395B}"/>
              </a:ext>
            </a:extLst>
          </p:cNvPr>
          <p:cNvSpPr txBox="1"/>
          <p:nvPr/>
        </p:nvSpPr>
        <p:spPr>
          <a:xfrm>
            <a:off x="1891846" y="5349515"/>
            <a:ext cx="155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F9A1421C-A5A2-830F-D90C-9B4C4CFFAD48}"/>
              </a:ext>
            </a:extLst>
          </p:cNvPr>
          <p:cNvSpPr txBox="1"/>
          <p:nvPr/>
        </p:nvSpPr>
        <p:spPr>
          <a:xfrm>
            <a:off x="5755428" y="1908616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H]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FAFDB1E-D1F2-1E8C-87A5-13A92FFAE402}"/>
              </a:ext>
            </a:extLst>
          </p:cNvPr>
          <p:cNvSpPr txBox="1"/>
          <p:nvPr/>
        </p:nvSpPr>
        <p:spPr>
          <a:xfrm>
            <a:off x="5803510" y="4745123"/>
            <a:ext cx="127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QK, H]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A9FCFB6F-A44F-1394-5392-1D1891647A16}"/>
              </a:ext>
            </a:extLst>
          </p:cNvPr>
          <p:cNvSpPr txBox="1"/>
          <p:nvPr/>
        </p:nvSpPr>
        <p:spPr>
          <a:xfrm>
            <a:off x="7938155" y="2817730"/>
            <a:ext cx="988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[N,N]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F1F2BC1-9E9E-1CF1-B0A9-BC19881E0F3E}"/>
              </a:ext>
            </a:extLst>
          </p:cNvPr>
          <p:cNvSpPr txBox="1"/>
          <p:nvPr/>
        </p:nvSpPr>
        <p:spPr>
          <a:xfrm>
            <a:off x="6320324" y="5920557"/>
            <a:ext cx="115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H]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DC68B006-57BD-4D3B-7F46-2B0E93785DFA}"/>
              </a:ext>
            </a:extLst>
          </p:cNvPr>
          <p:cNvSpPr txBox="1"/>
          <p:nvPr/>
        </p:nvSpPr>
        <p:spPr>
          <a:xfrm>
            <a:off x="8962613" y="3129693"/>
            <a:ext cx="114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V, H]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BFA65A97-75B9-89AB-2638-E14C8EF1C366}"/>
              </a:ext>
            </a:extLst>
          </p:cNvPr>
          <p:cNvSpPr txBox="1"/>
          <p:nvPr/>
        </p:nvSpPr>
        <p:spPr>
          <a:xfrm>
            <a:off x="10994306" y="3121967"/>
            <a:ext cx="1112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</a:t>
            </a:r>
            <a:r>
              <a:rPr lang="it-IT" b="1" dirty="0" err="1"/>
              <a:t>VxH</a:t>
            </a:r>
            <a:r>
              <a:rPr lang="it-IT" b="1" dirty="0"/>
              <a:t>]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3497EBA2-4D89-37F6-DD78-CA968943A89A}"/>
              </a:ext>
            </a:extLst>
          </p:cNvPr>
          <p:cNvSpPr txBox="1"/>
          <p:nvPr/>
        </p:nvSpPr>
        <p:spPr>
          <a:xfrm>
            <a:off x="13365232" y="2581395"/>
            <a:ext cx="1590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cxnSp>
        <p:nvCxnSpPr>
          <p:cNvPr id="80" name="Connettore 2 79">
            <a:extLst>
              <a:ext uri="{FF2B5EF4-FFF2-40B4-BE49-F238E27FC236}">
                <a16:creationId xmlns:a16="http://schemas.microsoft.com/office/drawing/2014/main" id="{AC2EAFCC-0894-3972-D2FD-F8630ECBA01E}"/>
              </a:ext>
            </a:extLst>
          </p:cNvPr>
          <p:cNvCxnSpPr>
            <a:stCxn id="14" idx="6"/>
            <a:endCxn id="27" idx="2"/>
          </p:cNvCxnSpPr>
          <p:nvPr/>
        </p:nvCxnSpPr>
        <p:spPr>
          <a:xfrm>
            <a:off x="6422407" y="3568481"/>
            <a:ext cx="2124808" cy="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ttangolo 80">
            <a:extLst>
              <a:ext uri="{FF2B5EF4-FFF2-40B4-BE49-F238E27FC236}">
                <a16:creationId xmlns:a16="http://schemas.microsoft.com/office/drawing/2014/main" id="{6B43DC3A-300E-6307-9E5C-5B30D88CE18B}"/>
              </a:ext>
            </a:extLst>
          </p:cNvPr>
          <p:cNvSpPr/>
          <p:nvPr/>
        </p:nvSpPr>
        <p:spPr>
          <a:xfrm>
            <a:off x="6947079" y="3306633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Softmax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D78C81FF-09B7-7C8F-C551-019B73B9A1BE}"/>
              </a:ext>
            </a:extLst>
          </p:cNvPr>
          <p:cNvSpPr/>
          <p:nvPr/>
        </p:nvSpPr>
        <p:spPr>
          <a:xfrm>
            <a:off x="10002946" y="3314359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Concat</a:t>
            </a:r>
            <a:endParaRPr lang="it-IT" dirty="0">
              <a:solidFill>
                <a:schemeClr val="tx1"/>
              </a:solidFill>
            </a:endParaRPr>
          </a:p>
        </p:txBody>
      </p:sp>
      <p:graphicFrame>
        <p:nvGraphicFramePr>
          <p:cNvPr id="13" name="Tabella 12">
            <a:extLst>
              <a:ext uri="{FF2B5EF4-FFF2-40B4-BE49-F238E27FC236}">
                <a16:creationId xmlns:a16="http://schemas.microsoft.com/office/drawing/2014/main" id="{CE0CF3A2-49F8-5089-98F3-7B936D775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688429"/>
              </p:ext>
            </p:extLst>
          </p:nvPr>
        </p:nvGraphicFramePr>
        <p:xfrm>
          <a:off x="2216641" y="172885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graphicFrame>
        <p:nvGraphicFramePr>
          <p:cNvPr id="18" name="Tabella 17">
            <a:extLst>
              <a:ext uri="{FF2B5EF4-FFF2-40B4-BE49-F238E27FC236}">
                <a16:creationId xmlns:a16="http://schemas.microsoft.com/office/drawing/2014/main" id="{1CF1AFC2-0B24-9D3C-922B-635802C12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628320"/>
              </p:ext>
            </p:extLst>
          </p:nvPr>
        </p:nvGraphicFramePr>
        <p:xfrm>
          <a:off x="2208189" y="3947237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graphicFrame>
        <p:nvGraphicFramePr>
          <p:cNvPr id="21" name="Tabella 20">
            <a:extLst>
              <a:ext uri="{FF2B5EF4-FFF2-40B4-BE49-F238E27FC236}">
                <a16:creationId xmlns:a16="http://schemas.microsoft.com/office/drawing/2014/main" id="{5069C65F-87E5-97B1-B56D-AC294AD16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320429"/>
              </p:ext>
            </p:extLst>
          </p:nvPr>
        </p:nvGraphicFramePr>
        <p:xfrm>
          <a:off x="2208188" y="5739880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graphicFrame>
        <p:nvGraphicFramePr>
          <p:cNvPr id="23" name="Tabella 22">
            <a:extLst>
              <a:ext uri="{FF2B5EF4-FFF2-40B4-BE49-F238E27FC236}">
                <a16:creationId xmlns:a16="http://schemas.microsoft.com/office/drawing/2014/main" id="{2B0A259B-722B-96FC-6E0F-2AFD0F435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156319"/>
              </p:ext>
            </p:extLst>
          </p:nvPr>
        </p:nvGraphicFramePr>
        <p:xfrm>
          <a:off x="13625174" y="2974121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653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5D9074C4-16D7-30C8-DBEA-C58DADB84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548014"/>
              </p:ext>
            </p:extLst>
          </p:nvPr>
        </p:nvGraphicFramePr>
        <p:xfrm>
          <a:off x="1932861" y="3746836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6CF431B6-A5BC-8421-CE52-726171099C45}"/>
              </a:ext>
            </a:extLst>
          </p:cNvPr>
          <p:cNvSpPr txBox="1"/>
          <p:nvPr/>
        </p:nvSpPr>
        <p:spPr>
          <a:xfrm>
            <a:off x="1703794" y="3336821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0033B7FA-4F84-6AD6-0141-C2BFB8117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91452"/>
              </p:ext>
            </p:extLst>
          </p:nvPr>
        </p:nvGraphicFramePr>
        <p:xfrm>
          <a:off x="3924732" y="3895426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287CA4C2-A90B-E225-34A4-7C127AD54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435708"/>
              </p:ext>
            </p:extLst>
          </p:nvPr>
        </p:nvGraphicFramePr>
        <p:xfrm>
          <a:off x="5534874" y="3895426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26F01B74-AFD1-3961-56DA-4D79E0CB2478}"/>
              </a:ext>
            </a:extLst>
          </p:cNvPr>
          <p:cNvSpPr txBox="1"/>
          <p:nvPr/>
        </p:nvSpPr>
        <p:spPr>
          <a:xfrm>
            <a:off x="4023384" y="4935556"/>
            <a:ext cx="2760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W_FC1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[EMB, MLP]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246F0810-8D7D-9CEE-415B-4EDB4A413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354272"/>
              </p:ext>
            </p:extLst>
          </p:nvPr>
        </p:nvGraphicFramePr>
        <p:xfrm>
          <a:off x="10365300" y="2558116"/>
          <a:ext cx="805071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6187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</a:tbl>
          </a:graphicData>
        </a:graphic>
      </p:graphicFrame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C184F904-CF75-3D0C-2E59-2090D8CC7A30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737932" y="4341196"/>
            <a:ext cx="1186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D22CD264-A563-ED53-6A3E-9210001865E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7145016" y="4341196"/>
            <a:ext cx="3220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FCB824B5-CE75-0B4A-8ECD-A523A1450686}"/>
              </a:ext>
            </a:extLst>
          </p:cNvPr>
          <p:cNvSpPr/>
          <p:nvPr/>
        </p:nvSpPr>
        <p:spPr>
          <a:xfrm>
            <a:off x="8253253" y="4078774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GELU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DF5AC70-413B-CD09-574D-5E4581981708}"/>
              </a:ext>
            </a:extLst>
          </p:cNvPr>
          <p:cNvSpPr txBox="1"/>
          <p:nvPr/>
        </p:nvSpPr>
        <p:spPr>
          <a:xfrm>
            <a:off x="9540104" y="6162494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W_FC2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[MLP, EMB]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77ED2DA-2E2B-D47A-D656-D71412E3A547}"/>
              </a:ext>
            </a:extLst>
          </p:cNvPr>
          <p:cNvSpPr txBox="1"/>
          <p:nvPr/>
        </p:nvSpPr>
        <p:spPr>
          <a:xfrm>
            <a:off x="6294820" y="6915246"/>
            <a:ext cx="5019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err="1"/>
              <a:t>ViT</a:t>
            </a:r>
            <a:r>
              <a:rPr lang="it-IT" sz="3200" b="1" dirty="0"/>
              <a:t> MLP</a:t>
            </a:r>
          </a:p>
        </p:txBody>
      </p:sp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45FA2AE4-9BA7-B8D7-4076-CFA56B63D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693877"/>
              </p:ext>
            </p:extLst>
          </p:nvPr>
        </p:nvGraphicFramePr>
        <p:xfrm>
          <a:off x="12278608" y="3746836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FA663A5-D27F-6A9F-6411-8935BB958032}"/>
              </a:ext>
            </a:extLst>
          </p:cNvPr>
          <p:cNvSpPr txBox="1"/>
          <p:nvPr/>
        </p:nvSpPr>
        <p:spPr>
          <a:xfrm>
            <a:off x="12049541" y="3336821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28799D10-990C-9367-9152-FB1088D94941}"/>
              </a:ext>
            </a:extLst>
          </p:cNvPr>
          <p:cNvCxnSpPr>
            <a:cxnSpLocks/>
            <a:stCxn id="11" idx="3"/>
            <a:endCxn id="20" idx="1"/>
          </p:cNvCxnSpPr>
          <p:nvPr/>
        </p:nvCxnSpPr>
        <p:spPr>
          <a:xfrm>
            <a:off x="11170371" y="4341196"/>
            <a:ext cx="11082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816AE41-07CD-4B0A-FA02-636D86E000B7}"/>
              </a:ext>
            </a:extLst>
          </p:cNvPr>
          <p:cNvSpPr txBox="1"/>
          <p:nvPr/>
        </p:nvSpPr>
        <p:spPr>
          <a:xfrm>
            <a:off x="7145016" y="3930184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MLP]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71729C5-81FF-4AE1-860A-33A7F583042D}"/>
              </a:ext>
            </a:extLst>
          </p:cNvPr>
          <p:cNvSpPr txBox="1"/>
          <p:nvPr/>
        </p:nvSpPr>
        <p:spPr>
          <a:xfrm>
            <a:off x="9257063" y="3918410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MLP]</a:t>
            </a:r>
          </a:p>
        </p:txBody>
      </p:sp>
    </p:spTree>
    <p:extLst>
      <p:ext uri="{BB962C8B-B14F-4D97-AF65-F5344CB8AC3E}">
        <p14:creationId xmlns:p14="http://schemas.microsoft.com/office/powerpoint/2010/main" val="1536456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9741A-927E-61C5-3C4D-7EC122757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D7AFA792-D726-979C-5B36-217139E75C11}"/>
              </a:ext>
            </a:extLst>
          </p:cNvPr>
          <p:cNvGraphicFramePr>
            <a:graphicFrameLocks noGrp="1"/>
          </p:cNvGraphicFramePr>
          <p:nvPr/>
        </p:nvGraphicFramePr>
        <p:xfrm>
          <a:off x="1932861" y="3746836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7F924165-6865-B1E9-2A3C-66EFEEE966FB}"/>
              </a:ext>
            </a:extLst>
          </p:cNvPr>
          <p:cNvSpPr txBox="1"/>
          <p:nvPr/>
        </p:nvSpPr>
        <p:spPr>
          <a:xfrm>
            <a:off x="1703794" y="3336821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4AB7DB80-A918-38B4-D727-4A316B969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969826"/>
              </p:ext>
            </p:extLst>
          </p:nvPr>
        </p:nvGraphicFramePr>
        <p:xfrm>
          <a:off x="3924732" y="3895426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D1E31FB2-4128-527C-B123-8FE243DDA0B3}"/>
              </a:ext>
            </a:extLst>
          </p:cNvPr>
          <p:cNvGraphicFramePr>
            <a:graphicFrameLocks noGrp="1"/>
          </p:cNvGraphicFramePr>
          <p:nvPr/>
        </p:nvGraphicFramePr>
        <p:xfrm>
          <a:off x="5534874" y="3895426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574E56EE-CC8F-018B-F023-2D685F1BAD1A}"/>
              </a:ext>
            </a:extLst>
          </p:cNvPr>
          <p:cNvSpPr txBox="1"/>
          <p:nvPr/>
        </p:nvSpPr>
        <p:spPr>
          <a:xfrm>
            <a:off x="4023384" y="4935556"/>
            <a:ext cx="2760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W_FC1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[EMB, MLP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0CBDFE31-6C46-7209-E9F3-233137C20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167117"/>
              </p:ext>
            </p:extLst>
          </p:nvPr>
        </p:nvGraphicFramePr>
        <p:xfrm>
          <a:off x="10365300" y="2558116"/>
          <a:ext cx="805071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6187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</a:tbl>
          </a:graphicData>
        </a:graphic>
      </p:graphicFrame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D803D4A7-E8C3-995B-CE29-CE22EECFDF19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737932" y="4341196"/>
            <a:ext cx="1186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0B92D9EC-8B6A-1B07-073C-EA43FD0ECB4D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7145016" y="4341196"/>
            <a:ext cx="3220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587E3D7C-22EE-E528-B59D-4DD55BB1F74D}"/>
              </a:ext>
            </a:extLst>
          </p:cNvPr>
          <p:cNvSpPr/>
          <p:nvPr/>
        </p:nvSpPr>
        <p:spPr>
          <a:xfrm>
            <a:off x="8253253" y="4078774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GELU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B784DB3-2AF3-4184-FD57-66BC1223C0C8}"/>
              </a:ext>
            </a:extLst>
          </p:cNvPr>
          <p:cNvSpPr txBox="1"/>
          <p:nvPr/>
        </p:nvSpPr>
        <p:spPr>
          <a:xfrm>
            <a:off x="9540104" y="6162494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W_FC2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[MLP, EMB]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375977D-BEAB-670A-5E26-168CDD989E67}"/>
              </a:ext>
            </a:extLst>
          </p:cNvPr>
          <p:cNvSpPr txBox="1"/>
          <p:nvPr/>
        </p:nvSpPr>
        <p:spPr>
          <a:xfrm>
            <a:off x="6294820" y="6915246"/>
            <a:ext cx="5019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/>
              <a:t>MLP </a:t>
            </a:r>
            <a:r>
              <a:rPr lang="it-IT" sz="3200" b="1" dirty="0" err="1"/>
              <a:t>Pruning</a:t>
            </a:r>
            <a:endParaRPr lang="it-IT" sz="3200" b="1" dirty="0"/>
          </a:p>
        </p:txBody>
      </p:sp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4A0D3C7D-02A0-4FAC-AB97-028C2240522C}"/>
              </a:ext>
            </a:extLst>
          </p:cNvPr>
          <p:cNvGraphicFramePr>
            <a:graphicFrameLocks noGrp="1"/>
          </p:cNvGraphicFramePr>
          <p:nvPr/>
        </p:nvGraphicFramePr>
        <p:xfrm>
          <a:off x="12278608" y="3746836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7692A4A-8656-8956-0A0F-CBF7EA8330DD}"/>
              </a:ext>
            </a:extLst>
          </p:cNvPr>
          <p:cNvSpPr txBox="1"/>
          <p:nvPr/>
        </p:nvSpPr>
        <p:spPr>
          <a:xfrm>
            <a:off x="12049541" y="3336821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EMB]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986B7AA-1EEA-E283-DBA2-5AB296366322}"/>
              </a:ext>
            </a:extLst>
          </p:cNvPr>
          <p:cNvCxnSpPr>
            <a:cxnSpLocks/>
            <a:stCxn id="11" idx="3"/>
            <a:endCxn id="20" idx="1"/>
          </p:cNvCxnSpPr>
          <p:nvPr/>
        </p:nvCxnSpPr>
        <p:spPr>
          <a:xfrm>
            <a:off x="11170371" y="4341196"/>
            <a:ext cx="11082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0CCDAF6B-21E0-EAA7-887B-8091DF151B35}"/>
              </a:ext>
            </a:extLst>
          </p:cNvPr>
          <p:cNvSpPr txBox="1"/>
          <p:nvPr/>
        </p:nvSpPr>
        <p:spPr>
          <a:xfrm>
            <a:off x="7145016" y="3930184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MLP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8F67FC6-5E62-4593-5C8C-DFA9BD194A15}"/>
              </a:ext>
            </a:extLst>
          </p:cNvPr>
          <p:cNvSpPr txBox="1"/>
          <p:nvPr/>
        </p:nvSpPr>
        <p:spPr>
          <a:xfrm>
            <a:off x="9257063" y="3918410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MLP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8053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9618-1B07-C669-2091-963A8564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59E1362B-C24C-7142-F584-67D76D894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478207"/>
              </p:ext>
            </p:extLst>
          </p:nvPr>
        </p:nvGraphicFramePr>
        <p:xfrm>
          <a:off x="1932861" y="3746836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87FD3B97-4394-D431-D8BC-A7B9CC3FA408}"/>
              </a:ext>
            </a:extLst>
          </p:cNvPr>
          <p:cNvSpPr txBox="1"/>
          <p:nvPr/>
        </p:nvSpPr>
        <p:spPr>
          <a:xfrm>
            <a:off x="1703794" y="3336821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X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F6980769-3915-ACCD-C7F1-A11E0EE2F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033411"/>
              </p:ext>
            </p:extLst>
          </p:nvPr>
        </p:nvGraphicFramePr>
        <p:xfrm>
          <a:off x="3924732" y="3895426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A0CD3C53-C9DA-1D25-B022-ECB795C4C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90679"/>
              </p:ext>
            </p:extLst>
          </p:nvPr>
        </p:nvGraphicFramePr>
        <p:xfrm>
          <a:off x="5534874" y="3895426"/>
          <a:ext cx="1610142" cy="891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6AE05651-0521-74CF-ABB0-1AF87A9C23FF}"/>
              </a:ext>
            </a:extLst>
          </p:cNvPr>
          <p:cNvSpPr txBox="1"/>
          <p:nvPr/>
        </p:nvSpPr>
        <p:spPr>
          <a:xfrm>
            <a:off x="4023384" y="4935556"/>
            <a:ext cx="2760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W_FC1 </a:t>
            </a:r>
            <a:r>
              <a:rPr lang="it-IT" altLang="it-IT" b="1" dirty="0">
                <a:latin typeface="Arial" panose="020B0604020202020204" pitchFamily="34" charset="0"/>
              </a:rPr>
              <a:t>∈</a:t>
            </a:r>
            <a:r>
              <a:rPr lang="it-IT" b="1" dirty="0"/>
              <a:t> [EMB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, MLP]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7098C612-B6E6-2296-1A24-5AD1AE537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927354"/>
              </p:ext>
            </p:extLst>
          </p:nvPr>
        </p:nvGraphicFramePr>
        <p:xfrm>
          <a:off x="10365300" y="2558116"/>
          <a:ext cx="805071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2006301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7204348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650347332"/>
                    </a:ext>
                  </a:extLst>
                </a:gridCol>
              </a:tblGrid>
              <a:tr h="296187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6017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78791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815888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98628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97000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958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75205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240822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953028"/>
                  </a:ext>
                </a:extLst>
              </a:tr>
            </a:tbl>
          </a:graphicData>
        </a:graphic>
      </p:graphicFrame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FC8150F5-8F57-145C-2FB3-7414786386D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737932" y="4341196"/>
            <a:ext cx="1186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1C3DFCC8-7CDC-F391-1CEF-CF0D988E041F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7145016" y="4341196"/>
            <a:ext cx="32202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DCEBAB9C-D05A-7A03-E060-3F4482ACE1BD}"/>
              </a:ext>
            </a:extLst>
          </p:cNvPr>
          <p:cNvSpPr/>
          <p:nvPr/>
        </p:nvSpPr>
        <p:spPr>
          <a:xfrm>
            <a:off x="8253253" y="4078774"/>
            <a:ext cx="1003810" cy="524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GELU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EA01E4B-6AB7-938F-FBCF-36EE4FAF9C19}"/>
              </a:ext>
            </a:extLst>
          </p:cNvPr>
          <p:cNvSpPr txBox="1"/>
          <p:nvPr/>
        </p:nvSpPr>
        <p:spPr>
          <a:xfrm>
            <a:off x="9540104" y="6162494"/>
            <a:ext cx="2455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W_FC2</a:t>
            </a:r>
            <a:r>
              <a:rPr lang="it-IT" altLang="it-IT" b="1" dirty="0">
                <a:latin typeface="Arial" panose="020B0604020202020204" pitchFamily="34" charset="0"/>
              </a:rPr>
              <a:t> ∈</a:t>
            </a:r>
            <a:r>
              <a:rPr lang="it-IT" b="1" dirty="0"/>
              <a:t> [MLP,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E4DE3402-F214-18CD-94D7-C350CD24D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622675"/>
              </p:ext>
            </p:extLst>
          </p:nvPr>
        </p:nvGraphicFramePr>
        <p:xfrm>
          <a:off x="12278608" y="3746836"/>
          <a:ext cx="805071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357">
                  <a:extLst>
                    <a:ext uri="{9D8B030D-6E8A-4147-A177-3AD203B41FA5}">
                      <a16:colId xmlns:a16="http://schemas.microsoft.com/office/drawing/2014/main" val="1159801229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2726788756"/>
                    </a:ext>
                  </a:extLst>
                </a:gridCol>
                <a:gridCol w="268357">
                  <a:extLst>
                    <a:ext uri="{9D8B030D-6E8A-4147-A177-3AD203B41FA5}">
                      <a16:colId xmlns:a16="http://schemas.microsoft.com/office/drawing/2014/main" val="3286660661"/>
                    </a:ext>
                  </a:extLst>
                </a:gridCol>
              </a:tblGrid>
              <a:tr h="26046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832334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13739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89623"/>
                  </a:ext>
                </a:extLst>
              </a:tr>
              <a:tr h="292085"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500" dirty="0"/>
                    </a:p>
                  </a:txBody>
                  <a:tcPr marL="68579" marR="68579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731272"/>
                  </a:ext>
                </a:extLst>
              </a:tr>
            </a:tbl>
          </a:graphicData>
        </a:graphic>
      </p:graphicFrame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0E33EEF-4289-F860-1724-8A19743D3418}"/>
              </a:ext>
            </a:extLst>
          </p:cNvPr>
          <p:cNvSpPr txBox="1"/>
          <p:nvPr/>
        </p:nvSpPr>
        <p:spPr>
          <a:xfrm>
            <a:off x="12049541" y="3336821"/>
            <a:ext cx="152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Y </a:t>
            </a:r>
            <a:r>
              <a:rPr lang="it-IT" altLang="it-IT" b="1" dirty="0">
                <a:latin typeface="Arial" panose="020B0604020202020204" pitchFamily="34" charset="0"/>
              </a:rPr>
              <a:t>∈ </a:t>
            </a:r>
            <a:r>
              <a:rPr lang="it-IT" b="1" dirty="0"/>
              <a:t>[N, EMB</a:t>
            </a:r>
            <a:r>
              <a:rPr lang="it-IT" b="1" dirty="0">
                <a:latin typeface="Aptos" panose="020B0004020202020204" pitchFamily="34" charset="0"/>
              </a:rPr>
              <a:t>'</a:t>
            </a:r>
            <a:r>
              <a:rPr lang="it-IT" b="1" dirty="0"/>
              <a:t>]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A7AF64F-AB75-3E14-999F-4230A7D170D3}"/>
              </a:ext>
            </a:extLst>
          </p:cNvPr>
          <p:cNvCxnSpPr>
            <a:cxnSpLocks/>
            <a:stCxn id="11" idx="3"/>
            <a:endCxn id="20" idx="1"/>
          </p:cNvCxnSpPr>
          <p:nvPr/>
        </p:nvCxnSpPr>
        <p:spPr>
          <a:xfrm>
            <a:off x="11170371" y="4341196"/>
            <a:ext cx="11082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B5E4B5B-3C85-922A-8572-459CA571E34B}"/>
              </a:ext>
            </a:extLst>
          </p:cNvPr>
          <p:cNvSpPr txBox="1"/>
          <p:nvPr/>
        </p:nvSpPr>
        <p:spPr>
          <a:xfrm>
            <a:off x="7145016" y="3930184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MLP]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776ACBDB-2F91-6507-209E-563A9741E31F}"/>
              </a:ext>
            </a:extLst>
          </p:cNvPr>
          <p:cNvSpPr txBox="1"/>
          <p:nvPr/>
        </p:nvSpPr>
        <p:spPr>
          <a:xfrm>
            <a:off x="9257063" y="3918410"/>
            <a:ext cx="1273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[N, MLP]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5EE1F0A-9176-0EBF-BA95-9769BB37B677}"/>
              </a:ext>
            </a:extLst>
          </p:cNvPr>
          <p:cNvSpPr txBox="1"/>
          <p:nvPr/>
        </p:nvSpPr>
        <p:spPr>
          <a:xfrm>
            <a:off x="6380451" y="7419742"/>
            <a:ext cx="5233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 err="1"/>
              <a:t>Embedding</a:t>
            </a:r>
            <a:r>
              <a:rPr lang="it-IT" sz="3200" b="1" dirty="0"/>
              <a:t> </a:t>
            </a:r>
            <a:r>
              <a:rPr lang="it-IT" sz="3200" b="1" dirty="0" err="1"/>
              <a:t>Pruning</a:t>
            </a:r>
            <a:r>
              <a:rPr lang="it-IT" sz="3200" b="1" dirty="0"/>
              <a:t>-MLP</a:t>
            </a:r>
          </a:p>
        </p:txBody>
      </p:sp>
    </p:spTree>
    <p:extLst>
      <p:ext uri="{BB962C8B-B14F-4D97-AF65-F5344CB8AC3E}">
        <p14:creationId xmlns:p14="http://schemas.microsoft.com/office/powerpoint/2010/main" val="400130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63945265-8185-A1F4-A69F-E8774312B2D4}"/>
              </a:ext>
            </a:extLst>
          </p:cNvPr>
          <p:cNvSpPr/>
          <p:nvPr/>
        </p:nvSpPr>
        <p:spPr>
          <a:xfrm>
            <a:off x="3710152" y="578069"/>
            <a:ext cx="6905296" cy="78512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2D427E5-2958-DC65-BD08-458863D9174D}"/>
              </a:ext>
            </a:extLst>
          </p:cNvPr>
          <p:cNvSpPr/>
          <p:nvPr/>
        </p:nvSpPr>
        <p:spPr>
          <a:xfrm>
            <a:off x="6011916" y="6716110"/>
            <a:ext cx="2291255" cy="767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Norm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4A2018D-5C97-08F1-5C3F-7562CBA0E29A}"/>
              </a:ext>
            </a:extLst>
          </p:cNvPr>
          <p:cNvSpPr/>
          <p:nvPr/>
        </p:nvSpPr>
        <p:spPr>
          <a:xfrm>
            <a:off x="5617777" y="5602013"/>
            <a:ext cx="3079532" cy="767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Multi-Head Self </a:t>
            </a:r>
            <a:r>
              <a:rPr lang="it-IT" b="1" dirty="0" err="1">
                <a:solidFill>
                  <a:schemeClr val="tx1"/>
                </a:solidFill>
              </a:rPr>
              <a:t>Attention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7" name="Connettore 6">
            <a:extLst>
              <a:ext uri="{FF2B5EF4-FFF2-40B4-BE49-F238E27FC236}">
                <a16:creationId xmlns:a16="http://schemas.microsoft.com/office/drawing/2014/main" id="{9A666C3D-7902-BE7F-B8B8-2C06ACEF9674}"/>
              </a:ext>
            </a:extLst>
          </p:cNvPr>
          <p:cNvSpPr/>
          <p:nvPr/>
        </p:nvSpPr>
        <p:spPr>
          <a:xfrm>
            <a:off x="6986093" y="4748460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69AC3EA8-6058-7B29-8883-BCAF125F8829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7157544" y="7483365"/>
            <a:ext cx="0" cy="1348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8335FADB-A633-7EE1-3A06-60FD26169F49}"/>
              </a:ext>
            </a:extLst>
          </p:cNvPr>
          <p:cNvCxnSpPr>
            <a:endCxn id="6" idx="2"/>
          </p:cNvCxnSpPr>
          <p:nvPr/>
        </p:nvCxnSpPr>
        <p:spPr>
          <a:xfrm flipH="1" flipV="1">
            <a:off x="7157543" y="6369268"/>
            <a:ext cx="1" cy="346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758FC6BE-3578-10AC-A3A0-259A6793FC6B}"/>
              </a:ext>
            </a:extLst>
          </p:cNvPr>
          <p:cNvCxnSpPr>
            <a:cxnSpLocks/>
            <a:stCxn id="6" idx="0"/>
            <a:endCxn id="7" idx="4"/>
          </p:cNvCxnSpPr>
          <p:nvPr/>
        </p:nvCxnSpPr>
        <p:spPr>
          <a:xfrm flipV="1">
            <a:off x="7157543" y="5091360"/>
            <a:ext cx="0" cy="510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ttore a gomito 20">
            <a:extLst>
              <a:ext uri="{FF2B5EF4-FFF2-40B4-BE49-F238E27FC236}">
                <a16:creationId xmlns:a16="http://schemas.microsoft.com/office/drawing/2014/main" id="{3AD01EAC-BCDD-B574-B3F2-2F7CA7F7655F}"/>
              </a:ext>
            </a:extLst>
          </p:cNvPr>
          <p:cNvCxnSpPr>
            <a:cxnSpLocks/>
            <a:stCxn id="4" idx="2"/>
            <a:endCxn id="7" idx="6"/>
          </p:cNvCxnSpPr>
          <p:nvPr/>
        </p:nvCxnSpPr>
        <p:spPr>
          <a:xfrm rot="5400000" flipH="1" flipV="1">
            <a:off x="5491202" y="6591507"/>
            <a:ext cx="3509387" cy="166193"/>
          </a:xfrm>
          <a:prstGeom prst="bentConnector4">
            <a:avLst>
              <a:gd name="adj1" fmla="val 12953"/>
              <a:gd name="adj2" fmla="val 13865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ttangolo 29">
            <a:extLst>
              <a:ext uri="{FF2B5EF4-FFF2-40B4-BE49-F238E27FC236}">
                <a16:creationId xmlns:a16="http://schemas.microsoft.com/office/drawing/2014/main" id="{48259C25-FBC4-649E-A6B5-DDB50FE65DE0}"/>
              </a:ext>
            </a:extLst>
          </p:cNvPr>
          <p:cNvSpPr/>
          <p:nvPr/>
        </p:nvSpPr>
        <p:spPr>
          <a:xfrm>
            <a:off x="6011916" y="2823094"/>
            <a:ext cx="2291255" cy="767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Norm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05EF2AB2-E2DC-0AF5-A6BC-2A04E6ED9684}"/>
              </a:ext>
            </a:extLst>
          </p:cNvPr>
          <p:cNvSpPr/>
          <p:nvPr/>
        </p:nvSpPr>
        <p:spPr>
          <a:xfrm>
            <a:off x="5617777" y="1708997"/>
            <a:ext cx="3079532" cy="767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tx1"/>
                </a:solidFill>
              </a:rPr>
              <a:t>MLP</a:t>
            </a:r>
          </a:p>
        </p:txBody>
      </p:sp>
      <p:sp>
        <p:nvSpPr>
          <p:cNvPr id="32" name="Connettore 31">
            <a:extLst>
              <a:ext uri="{FF2B5EF4-FFF2-40B4-BE49-F238E27FC236}">
                <a16:creationId xmlns:a16="http://schemas.microsoft.com/office/drawing/2014/main" id="{6802E7FA-E826-7953-41B2-14A8019F3580}"/>
              </a:ext>
            </a:extLst>
          </p:cNvPr>
          <p:cNvSpPr/>
          <p:nvPr/>
        </p:nvSpPr>
        <p:spPr>
          <a:xfrm>
            <a:off x="6986093" y="1085019"/>
            <a:ext cx="342900" cy="3429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351" dirty="0"/>
              <a:t>x</a:t>
            </a: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F1E2D4DA-1941-1EFC-8200-49525F1C28FF}"/>
              </a:ext>
            </a:extLst>
          </p:cNvPr>
          <p:cNvCxnSpPr>
            <a:cxnSpLocks/>
            <a:stCxn id="7" idx="0"/>
            <a:endCxn id="30" idx="2"/>
          </p:cNvCxnSpPr>
          <p:nvPr/>
        </p:nvCxnSpPr>
        <p:spPr>
          <a:xfrm flipV="1">
            <a:off x="7157543" y="3590349"/>
            <a:ext cx="1" cy="11581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a gomito 34">
            <a:extLst>
              <a:ext uri="{FF2B5EF4-FFF2-40B4-BE49-F238E27FC236}">
                <a16:creationId xmlns:a16="http://schemas.microsoft.com/office/drawing/2014/main" id="{8257202F-794E-1288-0D7E-FAF6C2A8553F}"/>
              </a:ext>
            </a:extLst>
          </p:cNvPr>
          <p:cNvCxnSpPr>
            <a:cxnSpLocks/>
            <a:stCxn id="7" idx="0"/>
            <a:endCxn id="32" idx="6"/>
          </p:cNvCxnSpPr>
          <p:nvPr/>
        </p:nvCxnSpPr>
        <p:spPr>
          <a:xfrm rot="5400000" flipH="1" flipV="1">
            <a:off x="5497273" y="2916740"/>
            <a:ext cx="3491991" cy="171450"/>
          </a:xfrm>
          <a:prstGeom prst="bentConnector4">
            <a:avLst>
              <a:gd name="adj1" fmla="val 18048"/>
              <a:gd name="adj2" fmla="val 133065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39616DAB-220F-2A22-9A58-51EEBD7FF695}"/>
              </a:ext>
            </a:extLst>
          </p:cNvPr>
          <p:cNvCxnSpPr>
            <a:stCxn id="30" idx="0"/>
            <a:endCxn id="31" idx="2"/>
          </p:cNvCxnSpPr>
          <p:nvPr/>
        </p:nvCxnSpPr>
        <p:spPr>
          <a:xfrm flipH="1" flipV="1">
            <a:off x="7157543" y="2476252"/>
            <a:ext cx="1" cy="3468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88AD48FB-7296-DBEA-31F1-8ED001C4BF6A}"/>
              </a:ext>
            </a:extLst>
          </p:cNvPr>
          <p:cNvCxnSpPr>
            <a:stCxn id="31" idx="0"/>
            <a:endCxn id="32" idx="4"/>
          </p:cNvCxnSpPr>
          <p:nvPr/>
        </p:nvCxnSpPr>
        <p:spPr>
          <a:xfrm flipV="1">
            <a:off x="7157543" y="1427919"/>
            <a:ext cx="0" cy="2810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710707D7-95FB-B370-8DF6-BF53FB2115C8}"/>
              </a:ext>
            </a:extLst>
          </p:cNvPr>
          <p:cNvCxnSpPr>
            <a:stCxn id="32" idx="0"/>
          </p:cNvCxnSpPr>
          <p:nvPr/>
        </p:nvCxnSpPr>
        <p:spPr>
          <a:xfrm flipV="1">
            <a:off x="7157543" y="167640"/>
            <a:ext cx="0" cy="9173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Segno di addizione 51">
            <a:extLst>
              <a:ext uri="{FF2B5EF4-FFF2-40B4-BE49-F238E27FC236}">
                <a16:creationId xmlns:a16="http://schemas.microsoft.com/office/drawing/2014/main" id="{4DCE09DE-86C5-0800-D1E6-0186E4D3B866}"/>
              </a:ext>
            </a:extLst>
          </p:cNvPr>
          <p:cNvSpPr/>
          <p:nvPr/>
        </p:nvSpPr>
        <p:spPr>
          <a:xfrm>
            <a:off x="7044064" y="4802736"/>
            <a:ext cx="226957" cy="234346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Segno di addizione 56">
            <a:extLst>
              <a:ext uri="{FF2B5EF4-FFF2-40B4-BE49-F238E27FC236}">
                <a16:creationId xmlns:a16="http://schemas.microsoft.com/office/drawing/2014/main" id="{1C9CE8FA-A164-4B0A-3FB8-280DBD38631F}"/>
              </a:ext>
            </a:extLst>
          </p:cNvPr>
          <p:cNvSpPr/>
          <p:nvPr/>
        </p:nvSpPr>
        <p:spPr>
          <a:xfrm>
            <a:off x="7044064" y="1139295"/>
            <a:ext cx="226957" cy="234346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9BCDD03B-5422-8155-3666-B44B6F4AF13E}"/>
              </a:ext>
            </a:extLst>
          </p:cNvPr>
          <p:cNvSpPr txBox="1"/>
          <p:nvPr/>
        </p:nvSpPr>
        <p:spPr>
          <a:xfrm>
            <a:off x="4093779" y="3961160"/>
            <a:ext cx="22912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b="1" dirty="0"/>
              <a:t>Encoder Block</a:t>
            </a:r>
          </a:p>
        </p:txBody>
      </p:sp>
    </p:spTree>
    <p:extLst>
      <p:ext uri="{BB962C8B-B14F-4D97-AF65-F5344CB8AC3E}">
        <p14:creationId xmlns:p14="http://schemas.microsoft.com/office/powerpoint/2010/main" val="2807664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</TotalTime>
  <Words>715</Words>
  <Application>Microsoft Office PowerPoint</Application>
  <PresentationFormat>Personalizzato</PresentationFormat>
  <Paragraphs>126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GIACOMO LOMBARDO</dc:creator>
  <cp:lastModifiedBy>GIACOMO LOMBARDO</cp:lastModifiedBy>
  <cp:revision>14</cp:revision>
  <dcterms:created xsi:type="dcterms:W3CDTF">2026-03-04T20:16:04Z</dcterms:created>
  <dcterms:modified xsi:type="dcterms:W3CDTF">2026-03-06T17:53:05Z</dcterms:modified>
</cp:coreProperties>
</file>